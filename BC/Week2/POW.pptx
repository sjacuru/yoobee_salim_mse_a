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93" r:id="rId2"/>
  </p:sldMasterIdLst>
  <p:notesMasterIdLst>
    <p:notesMasterId r:id="rId20"/>
  </p:notesMasterIdLst>
  <p:sldIdLst>
    <p:sldId id="256" r:id="rId3"/>
    <p:sldId id="257" r:id="rId4"/>
    <p:sldId id="264" r:id="rId5"/>
    <p:sldId id="258" r:id="rId6"/>
    <p:sldId id="259" r:id="rId7"/>
    <p:sldId id="260" r:id="rId8"/>
    <p:sldId id="261" r:id="rId9"/>
    <p:sldId id="262" r:id="rId10"/>
    <p:sldId id="263" r:id="rId11"/>
    <p:sldId id="265" r:id="rId12"/>
    <p:sldId id="267" r:id="rId13"/>
    <p:sldId id="268" r:id="rId14"/>
    <p:sldId id="269" r:id="rId15"/>
    <p:sldId id="270" r:id="rId16"/>
    <p:sldId id="271" r:id="rId17"/>
    <p:sldId id="273"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DBFE11-4925-4BDD-889F-B1E1E9431393}" v="5" dt="2025-08-15T20:05:15.5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5" d="100"/>
          <a:sy n="75" d="100"/>
        </p:scale>
        <p:origin x="82"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5/10/relationships/revisionInfo" Target="revisionInfo.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shad Khan" userId="e3c05518-c954-4038-b147-bb2fa281453f" providerId="ADAL" clId="{DEDBFE11-4925-4BDD-889F-B1E1E9431393}"/>
    <pc:docChg chg="custSel addSld delSld modSld addMainMaster">
      <pc:chgData name="Arshad Khan" userId="e3c05518-c954-4038-b147-bb2fa281453f" providerId="ADAL" clId="{DEDBFE11-4925-4BDD-889F-B1E1E9431393}" dt="2025-08-15T20:07:28.006" v="63" actId="1076"/>
      <pc:docMkLst>
        <pc:docMk/>
      </pc:docMkLst>
      <pc:sldChg chg="modSp mod">
        <pc:chgData name="Arshad Khan" userId="e3c05518-c954-4038-b147-bb2fa281453f" providerId="ADAL" clId="{DEDBFE11-4925-4BDD-889F-B1E1E9431393}" dt="2025-08-15T20:07:28.006" v="63" actId="1076"/>
        <pc:sldMkLst>
          <pc:docMk/>
          <pc:sldMk cId="2504151194" sldId="257"/>
        </pc:sldMkLst>
        <pc:spChg chg="mod">
          <ac:chgData name="Arshad Khan" userId="e3c05518-c954-4038-b147-bb2fa281453f" providerId="ADAL" clId="{DEDBFE11-4925-4BDD-889F-B1E1E9431393}" dt="2025-08-15T20:07:28.006" v="63" actId="1076"/>
          <ac:spMkLst>
            <pc:docMk/>
            <pc:sldMk cId="2504151194" sldId="257"/>
            <ac:spMk id="3" creationId="{C039FED9-54FA-8D84-BD32-7DF29CCD2626}"/>
          </ac:spMkLst>
        </pc:spChg>
      </pc:sldChg>
      <pc:sldChg chg="del">
        <pc:chgData name="Arshad Khan" userId="e3c05518-c954-4038-b147-bb2fa281453f" providerId="ADAL" clId="{DEDBFE11-4925-4BDD-889F-B1E1E9431393}" dt="2025-08-15T20:07:01.714" v="61" actId="47"/>
        <pc:sldMkLst>
          <pc:docMk/>
          <pc:sldMk cId="3355489185" sldId="266"/>
        </pc:sldMkLst>
      </pc:sldChg>
      <pc:sldChg chg="addSp delSp modSp add mod">
        <pc:chgData name="Arshad Khan" userId="e3c05518-c954-4038-b147-bb2fa281453f" providerId="ADAL" clId="{DEDBFE11-4925-4BDD-889F-B1E1E9431393}" dt="2025-08-15T20:05:10.938" v="9"/>
        <pc:sldMkLst>
          <pc:docMk/>
          <pc:sldMk cId="4070389900" sldId="267"/>
        </pc:sldMkLst>
        <pc:spChg chg="mod">
          <ac:chgData name="Arshad Khan" userId="e3c05518-c954-4038-b147-bb2fa281453f" providerId="ADAL" clId="{DEDBFE11-4925-4BDD-889F-B1E1E9431393}" dt="2025-08-15T20:05:10.741" v="7"/>
          <ac:spMkLst>
            <pc:docMk/>
            <pc:sldMk cId="4070389900" sldId="267"/>
            <ac:spMk id="3" creationId="{FCF35201-57AA-B2B3-F773-FE7CAEE72E97}"/>
          </ac:spMkLst>
        </pc:spChg>
        <pc:spChg chg="mod">
          <ac:chgData name="Arshad Khan" userId="e3c05518-c954-4038-b147-bb2fa281453f" providerId="ADAL" clId="{DEDBFE11-4925-4BDD-889F-B1E1E9431393}" dt="2025-08-15T20:05:10.741" v="8"/>
          <ac:spMkLst>
            <pc:docMk/>
            <pc:sldMk cId="4070389900" sldId="267"/>
            <ac:spMk id="4" creationId="{0EE6E366-6734-67B5-322E-B3897B283295}"/>
          </ac:spMkLst>
        </pc:spChg>
        <pc:spChg chg="mod">
          <ac:chgData name="Arshad Khan" userId="e3c05518-c954-4038-b147-bb2fa281453f" providerId="ADAL" clId="{DEDBFE11-4925-4BDD-889F-B1E1E9431393}" dt="2025-08-15T20:05:10.736" v="6"/>
          <ac:spMkLst>
            <pc:docMk/>
            <pc:sldMk cId="4070389900" sldId="267"/>
            <ac:spMk id="5" creationId="{FF28A1EF-0287-0A2F-4641-BFCAE538F79A}"/>
          </ac:spMkLst>
        </pc:spChg>
        <pc:picChg chg="add mod">
          <ac:chgData name="Arshad Khan" userId="e3c05518-c954-4038-b147-bb2fa281453f" providerId="ADAL" clId="{DEDBFE11-4925-4BDD-889F-B1E1E9431393}" dt="2025-08-15T20:05:10.938" v="9"/>
          <ac:picMkLst>
            <pc:docMk/>
            <pc:sldMk cId="4070389900" sldId="267"/>
            <ac:picMk id="6" creationId="{6897EEEC-7BF2-65BB-884A-8769250EEC21}"/>
          </ac:picMkLst>
        </pc:picChg>
      </pc:sldChg>
      <pc:sldChg chg="addSp delSp modSp new mod">
        <pc:chgData name="Arshad Khan" userId="e3c05518-c954-4038-b147-bb2fa281453f" providerId="ADAL" clId="{DEDBFE11-4925-4BDD-889F-B1E1E9431393}" dt="2025-08-15T20:06:37.002" v="60" actId="478"/>
        <pc:sldMkLst>
          <pc:docMk/>
          <pc:sldMk cId="3531528656" sldId="268"/>
        </pc:sldMkLst>
        <pc:spChg chg="mod">
          <ac:chgData name="Arshad Khan" userId="e3c05518-c954-4038-b147-bb2fa281453f" providerId="ADAL" clId="{DEDBFE11-4925-4BDD-889F-B1E1E9431393}" dt="2025-08-15T20:05:11.364" v="11"/>
          <ac:spMkLst>
            <pc:docMk/>
            <pc:sldMk cId="3531528656" sldId="268"/>
            <ac:spMk id="2" creationId="{7527605C-9187-AAF5-CD9B-9A0A186339A5}"/>
          </ac:spMkLst>
        </pc:spChg>
        <pc:spChg chg="mod">
          <ac:chgData name="Arshad Khan" userId="e3c05518-c954-4038-b147-bb2fa281453f" providerId="ADAL" clId="{DEDBFE11-4925-4BDD-889F-B1E1E9431393}" dt="2025-08-15T20:05:11.364" v="12"/>
          <ac:spMkLst>
            <pc:docMk/>
            <pc:sldMk cId="3531528656" sldId="268"/>
            <ac:spMk id="3" creationId="{52376B30-4084-EDBA-2A31-B2F2517DC5CD}"/>
          </ac:spMkLst>
        </pc:spChg>
        <pc:spChg chg="mod">
          <ac:chgData name="Arshad Khan" userId="e3c05518-c954-4038-b147-bb2fa281453f" providerId="ADAL" clId="{DEDBFE11-4925-4BDD-889F-B1E1E9431393}" dt="2025-08-15T20:05:11.364" v="13"/>
          <ac:spMkLst>
            <pc:docMk/>
            <pc:sldMk cId="3531528656" sldId="268"/>
            <ac:spMk id="4" creationId="{E08008DF-5529-3511-1B63-9C0ADBC78882}"/>
          </ac:spMkLst>
        </pc:spChg>
        <pc:spChg chg="mod">
          <ac:chgData name="Arshad Khan" userId="e3c05518-c954-4038-b147-bb2fa281453f" providerId="ADAL" clId="{DEDBFE11-4925-4BDD-889F-B1E1E9431393}" dt="2025-08-15T20:05:11.368" v="14"/>
          <ac:spMkLst>
            <pc:docMk/>
            <pc:sldMk cId="3531528656" sldId="268"/>
            <ac:spMk id="5" creationId="{183E7855-2EEB-3EA7-D578-7DC37949D02D}"/>
          </ac:spMkLst>
        </pc:spChg>
        <pc:spChg chg="mod">
          <ac:chgData name="Arshad Khan" userId="e3c05518-c954-4038-b147-bb2fa281453f" providerId="ADAL" clId="{DEDBFE11-4925-4BDD-889F-B1E1E9431393}" dt="2025-08-15T20:05:11.371" v="15"/>
          <ac:spMkLst>
            <pc:docMk/>
            <pc:sldMk cId="3531528656" sldId="268"/>
            <ac:spMk id="6" creationId="{60B9EDB4-8155-3346-60D7-F8A3BB28AB9F}"/>
          </ac:spMkLst>
        </pc:spChg>
        <pc:spChg chg="mod">
          <ac:chgData name="Arshad Khan" userId="e3c05518-c954-4038-b147-bb2fa281453f" providerId="ADAL" clId="{DEDBFE11-4925-4BDD-889F-B1E1E9431393}" dt="2025-08-15T20:05:11.371" v="16"/>
          <ac:spMkLst>
            <pc:docMk/>
            <pc:sldMk cId="3531528656" sldId="268"/>
            <ac:spMk id="7" creationId="{0ECAA93E-5B27-2C88-DACD-9F6FF77603C0}"/>
          </ac:spMkLst>
        </pc:spChg>
        <pc:spChg chg="mod">
          <ac:chgData name="Arshad Khan" userId="e3c05518-c954-4038-b147-bb2fa281453f" providerId="ADAL" clId="{DEDBFE11-4925-4BDD-889F-B1E1E9431393}" dt="2025-08-15T20:05:11.374" v="17"/>
          <ac:spMkLst>
            <pc:docMk/>
            <pc:sldMk cId="3531528656" sldId="268"/>
            <ac:spMk id="8" creationId="{11CC1FA2-7654-2458-764C-B760478942E3}"/>
          </ac:spMkLst>
        </pc:spChg>
        <pc:spChg chg="add mod">
          <ac:chgData name="Arshad Khan" userId="e3c05518-c954-4038-b147-bb2fa281453f" providerId="ADAL" clId="{DEDBFE11-4925-4BDD-889F-B1E1E9431393}" dt="2025-08-15T20:06:33.292" v="59" actId="478"/>
          <ac:spMkLst>
            <pc:docMk/>
            <pc:sldMk cId="3531528656" sldId="268"/>
            <ac:spMk id="20" creationId="{D9FECAFB-DEEB-58A0-5088-7BB447D5464B}"/>
          </ac:spMkLst>
        </pc:spChg>
        <pc:spChg chg="add mod">
          <ac:chgData name="Arshad Khan" userId="e3c05518-c954-4038-b147-bb2fa281453f" providerId="ADAL" clId="{DEDBFE11-4925-4BDD-889F-B1E1E9431393}" dt="2025-08-15T20:06:37.002" v="60" actId="478"/>
          <ac:spMkLst>
            <pc:docMk/>
            <pc:sldMk cId="3531528656" sldId="268"/>
            <ac:spMk id="22" creationId="{DDB77BA1-DD61-5644-9D93-EFA6E25B77AA}"/>
          </ac:spMkLst>
        </pc:spChg>
      </pc:sldChg>
      <pc:sldChg chg="addSp delSp modSp new mod">
        <pc:chgData name="Arshad Khan" userId="e3c05518-c954-4038-b147-bb2fa281453f" providerId="ADAL" clId="{DEDBFE11-4925-4BDD-889F-B1E1E9431393}" dt="2025-08-15T20:05:13.426" v="54"/>
        <pc:sldMkLst>
          <pc:docMk/>
          <pc:sldMk cId="2128213623" sldId="269"/>
        </pc:sldMkLst>
        <pc:spChg chg="mod">
          <ac:chgData name="Arshad Khan" userId="e3c05518-c954-4038-b147-bb2fa281453f" providerId="ADAL" clId="{DEDBFE11-4925-4BDD-889F-B1E1E9431393}" dt="2025-08-15T20:05:11.419" v="20"/>
          <ac:spMkLst>
            <pc:docMk/>
            <pc:sldMk cId="2128213623" sldId="269"/>
            <ac:spMk id="3" creationId="{51F95951-AC96-CC58-2F44-A24DAFAE2717}"/>
          </ac:spMkLst>
        </pc:spChg>
        <pc:spChg chg="mod">
          <ac:chgData name="Arshad Khan" userId="e3c05518-c954-4038-b147-bb2fa281453f" providerId="ADAL" clId="{DEDBFE11-4925-4BDD-889F-B1E1E9431393}" dt="2025-08-15T20:05:11.427" v="22"/>
          <ac:spMkLst>
            <pc:docMk/>
            <pc:sldMk cId="2128213623" sldId="269"/>
            <ac:spMk id="4" creationId="{5CDE221F-7F70-011E-D3D0-C1A2B3912152}"/>
          </ac:spMkLst>
        </pc:spChg>
        <pc:spChg chg="mod">
          <ac:chgData name="Arshad Khan" userId="e3c05518-c954-4038-b147-bb2fa281453f" providerId="ADAL" clId="{DEDBFE11-4925-4BDD-889F-B1E1E9431393}" dt="2025-08-15T20:05:11.419" v="21"/>
          <ac:spMkLst>
            <pc:docMk/>
            <pc:sldMk cId="2128213623" sldId="269"/>
            <ac:spMk id="5" creationId="{0D72654A-9762-3EB5-2BA3-F810BA2772C2}"/>
          </ac:spMkLst>
        </pc:spChg>
        <pc:picChg chg="add mod">
          <ac:chgData name="Arshad Khan" userId="e3c05518-c954-4038-b147-bb2fa281453f" providerId="ADAL" clId="{DEDBFE11-4925-4BDD-889F-B1E1E9431393}" dt="2025-08-15T20:05:13.426" v="54"/>
          <ac:picMkLst>
            <pc:docMk/>
            <pc:sldMk cId="2128213623" sldId="269"/>
            <ac:picMk id="6" creationId="{28B70A0D-C7FF-8BF1-025D-9B3216464E78}"/>
          </ac:picMkLst>
        </pc:picChg>
      </pc:sldChg>
      <pc:sldChg chg="modSp new mod">
        <pc:chgData name="Arshad Khan" userId="e3c05518-c954-4038-b147-bb2fa281453f" providerId="ADAL" clId="{DEDBFE11-4925-4BDD-889F-B1E1E9431393}" dt="2025-08-15T20:05:11.480" v="29"/>
        <pc:sldMkLst>
          <pc:docMk/>
          <pc:sldMk cId="3252469087" sldId="270"/>
        </pc:sldMkLst>
        <pc:spChg chg="mod">
          <ac:chgData name="Arshad Khan" userId="e3c05518-c954-4038-b147-bb2fa281453f" providerId="ADAL" clId="{DEDBFE11-4925-4BDD-889F-B1E1E9431393}" dt="2025-08-15T20:05:11.471" v="25"/>
          <ac:spMkLst>
            <pc:docMk/>
            <pc:sldMk cId="3252469087" sldId="270"/>
            <ac:spMk id="2" creationId="{BEE7A407-74CF-2C93-BC51-1B9CDA30D0B7}"/>
          </ac:spMkLst>
        </pc:spChg>
        <pc:spChg chg="mod">
          <ac:chgData name="Arshad Khan" userId="e3c05518-c954-4038-b147-bb2fa281453f" providerId="ADAL" clId="{DEDBFE11-4925-4BDD-889F-B1E1E9431393}" dt="2025-08-15T20:05:11.464" v="24"/>
          <ac:spMkLst>
            <pc:docMk/>
            <pc:sldMk cId="3252469087" sldId="270"/>
            <ac:spMk id="3" creationId="{9C1D465E-7FC9-4937-2F9A-B1A91A57B0BD}"/>
          </ac:spMkLst>
        </pc:spChg>
        <pc:spChg chg="mod">
          <ac:chgData name="Arshad Khan" userId="e3c05518-c954-4038-b147-bb2fa281453f" providerId="ADAL" clId="{DEDBFE11-4925-4BDD-889F-B1E1E9431393}" dt="2025-08-15T20:05:11.462" v="23"/>
          <ac:spMkLst>
            <pc:docMk/>
            <pc:sldMk cId="3252469087" sldId="270"/>
            <ac:spMk id="4" creationId="{488BD499-7B9C-D16A-D216-2B030729BA8F}"/>
          </ac:spMkLst>
        </pc:spChg>
        <pc:spChg chg="mod">
          <ac:chgData name="Arshad Khan" userId="e3c05518-c954-4038-b147-bb2fa281453f" providerId="ADAL" clId="{DEDBFE11-4925-4BDD-889F-B1E1E9431393}" dt="2025-08-15T20:05:11.472" v="27"/>
          <ac:spMkLst>
            <pc:docMk/>
            <pc:sldMk cId="3252469087" sldId="270"/>
            <ac:spMk id="5" creationId="{C9B50E9D-876B-8B20-DB60-7DE0503D604D}"/>
          </ac:spMkLst>
        </pc:spChg>
        <pc:spChg chg="mod">
          <ac:chgData name="Arshad Khan" userId="e3c05518-c954-4038-b147-bb2fa281453f" providerId="ADAL" clId="{DEDBFE11-4925-4BDD-889F-B1E1E9431393}" dt="2025-08-15T20:05:11.472" v="26"/>
          <ac:spMkLst>
            <pc:docMk/>
            <pc:sldMk cId="3252469087" sldId="270"/>
            <ac:spMk id="6" creationId="{984B85EB-1686-A93E-A82B-1BEAB45376C1}"/>
          </ac:spMkLst>
        </pc:spChg>
        <pc:spChg chg="mod">
          <ac:chgData name="Arshad Khan" userId="e3c05518-c954-4038-b147-bb2fa281453f" providerId="ADAL" clId="{DEDBFE11-4925-4BDD-889F-B1E1E9431393}" dt="2025-08-15T20:05:11.480" v="29"/>
          <ac:spMkLst>
            <pc:docMk/>
            <pc:sldMk cId="3252469087" sldId="270"/>
            <ac:spMk id="7" creationId="{049D1534-75BB-D571-FD5D-D829351DF2C3}"/>
          </ac:spMkLst>
        </pc:spChg>
        <pc:spChg chg="mod">
          <ac:chgData name="Arshad Khan" userId="e3c05518-c954-4038-b147-bb2fa281453f" providerId="ADAL" clId="{DEDBFE11-4925-4BDD-889F-B1E1E9431393}" dt="2025-08-15T20:05:11.472" v="28"/>
          <ac:spMkLst>
            <pc:docMk/>
            <pc:sldMk cId="3252469087" sldId="270"/>
            <ac:spMk id="8" creationId="{6FEA06D4-8F30-C54E-EC9A-4C11683081AA}"/>
          </ac:spMkLst>
        </pc:spChg>
      </pc:sldChg>
      <pc:sldChg chg="addSp delSp modSp new mod">
        <pc:chgData name="Arshad Khan" userId="e3c05518-c954-4038-b147-bb2fa281453f" providerId="ADAL" clId="{DEDBFE11-4925-4BDD-889F-B1E1E9431393}" dt="2025-08-15T20:05:14.428" v="55"/>
        <pc:sldMkLst>
          <pc:docMk/>
          <pc:sldMk cId="1617877632" sldId="271"/>
        </pc:sldMkLst>
        <pc:spChg chg="mod">
          <ac:chgData name="Arshad Khan" userId="e3c05518-c954-4038-b147-bb2fa281453f" providerId="ADAL" clId="{DEDBFE11-4925-4BDD-889F-B1E1E9431393}" dt="2025-08-15T20:05:11.498" v="30"/>
          <ac:spMkLst>
            <pc:docMk/>
            <pc:sldMk cId="1617877632" sldId="271"/>
            <ac:spMk id="2" creationId="{77DF850B-594D-4203-5B36-CB3F5FA9DCCD}"/>
          </ac:spMkLst>
        </pc:spChg>
        <pc:spChg chg="mod">
          <ac:chgData name="Arshad Khan" userId="e3c05518-c954-4038-b147-bb2fa281453f" providerId="ADAL" clId="{DEDBFE11-4925-4BDD-889F-B1E1E9431393}" dt="2025-08-15T20:05:11.504" v="32"/>
          <ac:spMkLst>
            <pc:docMk/>
            <pc:sldMk cId="1617877632" sldId="271"/>
            <ac:spMk id="3" creationId="{31194265-B084-B216-FA68-5A310172C7B9}"/>
          </ac:spMkLst>
        </pc:spChg>
        <pc:spChg chg="mod">
          <ac:chgData name="Arshad Khan" userId="e3c05518-c954-4038-b147-bb2fa281453f" providerId="ADAL" clId="{DEDBFE11-4925-4BDD-889F-B1E1E9431393}" dt="2025-08-15T20:05:11.498" v="31"/>
          <ac:spMkLst>
            <pc:docMk/>
            <pc:sldMk cId="1617877632" sldId="271"/>
            <ac:spMk id="4" creationId="{194F49F4-A53A-AC1F-0018-87136E14AB1D}"/>
          </ac:spMkLst>
        </pc:spChg>
        <pc:spChg chg="mod">
          <ac:chgData name="Arshad Khan" userId="e3c05518-c954-4038-b147-bb2fa281453f" providerId="ADAL" clId="{DEDBFE11-4925-4BDD-889F-B1E1E9431393}" dt="2025-08-15T20:05:11.514" v="34"/>
          <ac:spMkLst>
            <pc:docMk/>
            <pc:sldMk cId="1617877632" sldId="271"/>
            <ac:spMk id="6" creationId="{355C8D78-1540-D6A3-1DE3-BD629335B1D0}"/>
          </ac:spMkLst>
        </pc:spChg>
        <pc:spChg chg="mod">
          <ac:chgData name="Arshad Khan" userId="e3c05518-c954-4038-b147-bb2fa281453f" providerId="ADAL" clId="{DEDBFE11-4925-4BDD-889F-B1E1E9431393}" dt="2025-08-15T20:05:11.504" v="33"/>
          <ac:spMkLst>
            <pc:docMk/>
            <pc:sldMk cId="1617877632" sldId="271"/>
            <ac:spMk id="7" creationId="{00655543-4BE5-5FF5-D0BD-BE17EB2B11A5}"/>
          </ac:spMkLst>
        </pc:spChg>
        <pc:picChg chg="add mod">
          <ac:chgData name="Arshad Khan" userId="e3c05518-c954-4038-b147-bb2fa281453f" providerId="ADAL" clId="{DEDBFE11-4925-4BDD-889F-B1E1E9431393}" dt="2025-08-15T20:05:14.428" v="55"/>
          <ac:picMkLst>
            <pc:docMk/>
            <pc:sldMk cId="1617877632" sldId="271"/>
            <ac:picMk id="8" creationId="{85175280-8D75-919E-66BE-06A53BBEC8B7}"/>
          </ac:picMkLst>
        </pc:picChg>
      </pc:sldChg>
      <pc:sldChg chg="addSp delSp modSp new mod modClrScheme chgLayout">
        <pc:chgData name="Arshad Khan" userId="e3c05518-c954-4038-b147-bb2fa281453f" providerId="ADAL" clId="{DEDBFE11-4925-4BDD-889F-B1E1E9431393}" dt="2025-08-15T20:05:59.494" v="58" actId="26606"/>
        <pc:sldMkLst>
          <pc:docMk/>
          <pc:sldMk cId="1803982244" sldId="272"/>
        </pc:sldMkLst>
        <pc:spChg chg="mod">
          <ac:chgData name="Arshad Khan" userId="e3c05518-c954-4038-b147-bb2fa281453f" providerId="ADAL" clId="{DEDBFE11-4925-4BDD-889F-B1E1E9431393}" dt="2025-08-15T20:05:59.494" v="58" actId="26606"/>
          <ac:spMkLst>
            <pc:docMk/>
            <pc:sldMk cId="1803982244" sldId="272"/>
            <ac:spMk id="3" creationId="{0CD262C0-2C3F-8A22-D66F-28E030DE5A47}"/>
          </ac:spMkLst>
        </pc:spChg>
        <pc:spChg chg="mod">
          <ac:chgData name="Arshad Khan" userId="e3c05518-c954-4038-b147-bb2fa281453f" providerId="ADAL" clId="{DEDBFE11-4925-4BDD-889F-B1E1E9431393}" dt="2025-08-15T20:05:59.494" v="58" actId="26606"/>
          <ac:spMkLst>
            <pc:docMk/>
            <pc:sldMk cId="1803982244" sldId="272"/>
            <ac:spMk id="4" creationId="{1ECD699B-3A55-5896-BF0A-C9A5E278F201}"/>
          </ac:spMkLst>
        </pc:spChg>
        <pc:spChg chg="add mod">
          <ac:chgData name="Arshad Khan" userId="e3c05518-c954-4038-b147-bb2fa281453f" providerId="ADAL" clId="{DEDBFE11-4925-4BDD-889F-B1E1E9431393}" dt="2025-08-15T20:05:59.494" v="58" actId="26606"/>
          <ac:spMkLst>
            <pc:docMk/>
            <pc:sldMk cId="1803982244" sldId="272"/>
            <ac:spMk id="10" creationId="{61978BFB-59BB-0B81-58C6-71BEB93824C6}"/>
          </ac:spMkLst>
        </pc:spChg>
        <pc:picChg chg="add mod">
          <ac:chgData name="Arshad Khan" userId="e3c05518-c954-4038-b147-bb2fa281453f" providerId="ADAL" clId="{DEDBFE11-4925-4BDD-889F-B1E1E9431393}" dt="2025-08-15T20:05:59.494" v="58" actId="26606"/>
          <ac:picMkLst>
            <pc:docMk/>
            <pc:sldMk cId="1803982244" sldId="272"/>
            <ac:picMk id="5" creationId="{D44A076C-5FE9-CF4E-AD8B-5EBC0C80DB32}"/>
          </ac:picMkLst>
        </pc:picChg>
      </pc:sldChg>
      <pc:sldChg chg="modSp add mod">
        <pc:chgData name="Arshad Khan" userId="e3c05518-c954-4038-b147-bb2fa281453f" providerId="ADAL" clId="{DEDBFE11-4925-4BDD-889F-B1E1E9431393}" dt="2025-08-15T20:05:11.601" v="51"/>
        <pc:sldMkLst>
          <pc:docMk/>
          <pc:sldMk cId="3460129607" sldId="273"/>
        </pc:sldMkLst>
        <pc:spChg chg="mod">
          <ac:chgData name="Arshad Khan" userId="e3c05518-c954-4038-b147-bb2fa281453f" providerId="ADAL" clId="{DEDBFE11-4925-4BDD-889F-B1E1E9431393}" dt="2025-08-15T20:05:11.585" v="47"/>
          <ac:spMkLst>
            <pc:docMk/>
            <pc:sldMk cId="3460129607" sldId="273"/>
            <ac:spMk id="3" creationId="{00000000-0000-0000-0000-000000000000}"/>
          </ac:spMkLst>
        </pc:spChg>
        <pc:spChg chg="mod">
          <ac:chgData name="Arshad Khan" userId="e3c05518-c954-4038-b147-bb2fa281453f" providerId="ADAL" clId="{DEDBFE11-4925-4BDD-889F-B1E1E9431393}" dt="2025-08-15T20:05:11.601" v="51"/>
          <ac:spMkLst>
            <pc:docMk/>
            <pc:sldMk cId="3460129607" sldId="273"/>
            <ac:spMk id="5" creationId="{00000000-0000-0000-0000-000000000000}"/>
          </ac:spMkLst>
        </pc:spChg>
      </pc:sldChg>
      <pc:sldMasterChg chg="add addSldLayout">
        <pc:chgData name="Arshad Khan" userId="e3c05518-c954-4038-b147-bb2fa281453f" providerId="ADAL" clId="{DEDBFE11-4925-4BDD-889F-B1E1E9431393}" dt="2025-08-15T20:05:11.251" v="10"/>
        <pc:sldMasterMkLst>
          <pc:docMk/>
          <pc:sldMasterMk cId="3486867614" sldId="2147483793"/>
        </pc:sldMasterMkLst>
        <pc:sldLayoutChg chg="add">
          <pc:chgData name="Arshad Khan" userId="e3c05518-c954-4038-b147-bb2fa281453f" providerId="ADAL" clId="{DEDBFE11-4925-4BDD-889F-B1E1E9431393}" dt="2025-08-15T20:05:08.424" v="0"/>
          <pc:sldLayoutMkLst>
            <pc:docMk/>
            <pc:sldMasterMk cId="3486867614" sldId="2147483793"/>
            <pc:sldLayoutMk cId="3058191141" sldId="2147483794"/>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468423360" sldId="2147483805"/>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1346582113" sldId="2147483857"/>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1080718804" sldId="2147483869"/>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1240049947" sldId="2147483870"/>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4082600279" sldId="2147483871"/>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997763348" sldId="2147483872"/>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4252394253" sldId="2147483873"/>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996828440" sldId="2147483874"/>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2442705410" sldId="2147483875"/>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1439951923" sldId="2147483876"/>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1624669952" sldId="2147483877"/>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712460261" sldId="2147483878"/>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734171259" sldId="2147483879"/>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1766008278" sldId="2147483880"/>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335127317" sldId="2147483881"/>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3516239796" sldId="2147483883"/>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211051220" sldId="2147483884"/>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2174690834" sldId="2147483886"/>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3181056923" sldId="2147483887"/>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126597396" sldId="2147483888"/>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3256369017" sldId="2147483889"/>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1792001833" sldId="2147483890"/>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2321678801" sldId="2147483891"/>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670025" sldId="2147483892"/>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3367359232" sldId="2147483893"/>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1894225595" sldId="2147483894"/>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3450467491" sldId="2147483895"/>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1561860507" sldId="2147483896"/>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1912252600" sldId="2147483897"/>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1241331148" sldId="2147483898"/>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69584139" sldId="2147483899"/>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3993568436" sldId="2147483900"/>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3425686813" sldId="2147483901"/>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922664698" sldId="2147483902"/>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3344600733" sldId="2147483903"/>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358390624" sldId="2147483904"/>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2964030666" sldId="2147483905"/>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928272760" sldId="2147483906"/>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1892940102" sldId="2147483907"/>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3283028259" sldId="2147483908"/>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2453378850" sldId="2147483909"/>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1110636417" sldId="2147483910"/>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3083215160" sldId="2147483911"/>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3150075901" sldId="2147483912"/>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93449997" sldId="2147483913"/>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4084677673" sldId="2147483914"/>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1609691157" sldId="2147483915"/>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3077429244" sldId="2147483916"/>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4204578285" sldId="2147483917"/>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3506103500" sldId="2147483918"/>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4193348931" sldId="2147483920"/>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2416645707" sldId="2147483921"/>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2320647031" sldId="2147483922"/>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3389390923" sldId="2147483923"/>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4000641963" sldId="2147483924"/>
          </pc:sldLayoutMkLst>
        </pc:sldLayoutChg>
        <pc:sldLayoutChg chg="add">
          <pc:chgData name="Arshad Khan" userId="e3c05518-c954-4038-b147-bb2fa281453f" providerId="ADAL" clId="{DEDBFE11-4925-4BDD-889F-B1E1E9431393}" dt="2025-08-15T20:05:08.424" v="0"/>
          <pc:sldLayoutMkLst>
            <pc:docMk/>
            <pc:sldMasterMk cId="3486867614" sldId="2147483793"/>
            <pc:sldLayoutMk cId="3041729571" sldId="2147483925"/>
          </pc:sldLayoutMkLst>
        </pc:sldLayoutChg>
        <pc:sldLayoutChg chg="add">
          <pc:chgData name="Arshad Khan" userId="e3c05518-c954-4038-b147-bb2fa281453f" providerId="ADAL" clId="{DEDBFE11-4925-4BDD-889F-B1E1E9431393}" dt="2025-08-15T20:05:11.251" v="10"/>
          <pc:sldLayoutMkLst>
            <pc:docMk/>
            <pc:sldMasterMk cId="3486867614" sldId="2147483793"/>
            <pc:sldLayoutMk cId="3329558896" sldId="214748392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6F8037-A00A-4195-92E8-FC828E9DB4EE}" type="datetimeFigureOut">
              <a:rPr lang="en-GB" smtClean="0"/>
              <a:t>17/08/2025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577BF3-E916-4C8D-A1D7-213502EEDBE2}" type="slidenum">
              <a:rPr lang="en-GB" smtClean="0"/>
              <a:t>‹#›</a:t>
            </a:fld>
            <a:endParaRPr lang="en-GB"/>
          </a:p>
        </p:txBody>
      </p:sp>
    </p:spTree>
    <p:extLst>
      <p:ext uri="{BB962C8B-B14F-4D97-AF65-F5344CB8AC3E}">
        <p14:creationId xmlns:p14="http://schemas.microsoft.com/office/powerpoint/2010/main" val="214503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8577BF3-E916-4C8D-A1D7-213502EEDBE2}" type="slidenum">
              <a:rPr lang="en-GB" smtClean="0"/>
              <a:t>2</a:t>
            </a:fld>
            <a:endParaRPr lang="en-GB"/>
          </a:p>
        </p:txBody>
      </p:sp>
    </p:spTree>
    <p:extLst>
      <p:ext uri="{BB962C8B-B14F-4D97-AF65-F5344CB8AC3E}">
        <p14:creationId xmlns:p14="http://schemas.microsoft.com/office/powerpoint/2010/main" val="3661135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D2145-50F5-E469-B517-238A6E9302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F291B427-F251-61DE-7E4C-FD6DE8F66C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42739556-88DA-62BF-BFAD-2D4623F2A68A}"/>
              </a:ext>
            </a:extLst>
          </p:cNvPr>
          <p:cNvSpPr>
            <a:spLocks noGrp="1"/>
          </p:cNvSpPr>
          <p:nvPr>
            <p:ph type="dt" sz="half" idx="10"/>
          </p:nvPr>
        </p:nvSpPr>
        <p:spPr/>
        <p:txBody>
          <a:bodyPr/>
          <a:lstStyle/>
          <a:p>
            <a:fld id="{378DD877-704B-489F-AD71-33B7B0663F28}" type="datetimeFigureOut">
              <a:rPr lang="en-GB" smtClean="0"/>
              <a:t>17/08/2025</a:t>
            </a:fld>
            <a:endParaRPr lang="en-GB"/>
          </a:p>
        </p:txBody>
      </p:sp>
      <p:sp>
        <p:nvSpPr>
          <p:cNvPr id="5" name="Footer Placeholder 4">
            <a:extLst>
              <a:ext uri="{FF2B5EF4-FFF2-40B4-BE49-F238E27FC236}">
                <a16:creationId xmlns:a16="http://schemas.microsoft.com/office/drawing/2014/main" id="{9450EBE3-0F3C-6AEF-90B4-879BD34E37F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FA6E2ED-EA88-4D44-7D4C-95E5F0ED84C4}"/>
              </a:ext>
            </a:extLst>
          </p:cNvPr>
          <p:cNvSpPr>
            <a:spLocks noGrp="1"/>
          </p:cNvSpPr>
          <p:nvPr>
            <p:ph type="sldNum" sz="quarter" idx="12"/>
          </p:nvPr>
        </p:nvSpPr>
        <p:spPr/>
        <p:txBody>
          <a:bodyPr/>
          <a:lstStyle/>
          <a:p>
            <a:fld id="{23742CE5-46F7-48C7-9706-F15A4261AF91}" type="slidenum">
              <a:rPr lang="en-GB" smtClean="0"/>
              <a:t>‹#›</a:t>
            </a:fld>
            <a:endParaRPr lang="en-GB"/>
          </a:p>
        </p:txBody>
      </p:sp>
    </p:spTree>
    <p:extLst>
      <p:ext uri="{BB962C8B-B14F-4D97-AF65-F5344CB8AC3E}">
        <p14:creationId xmlns:p14="http://schemas.microsoft.com/office/powerpoint/2010/main" val="2859180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43703-24BC-1990-B6AC-ECD41E37F49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A7F1C34-44D5-98F0-FB5A-29B050B2C1E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811FC35-1586-49A6-1C90-12D8717A78CA}"/>
              </a:ext>
            </a:extLst>
          </p:cNvPr>
          <p:cNvSpPr>
            <a:spLocks noGrp="1"/>
          </p:cNvSpPr>
          <p:nvPr>
            <p:ph type="dt" sz="half" idx="10"/>
          </p:nvPr>
        </p:nvSpPr>
        <p:spPr/>
        <p:txBody>
          <a:bodyPr/>
          <a:lstStyle/>
          <a:p>
            <a:fld id="{378DD877-704B-489F-AD71-33B7B0663F28}" type="datetimeFigureOut">
              <a:rPr lang="en-GB" smtClean="0"/>
              <a:t>17/08/2025</a:t>
            </a:fld>
            <a:endParaRPr lang="en-GB"/>
          </a:p>
        </p:txBody>
      </p:sp>
      <p:sp>
        <p:nvSpPr>
          <p:cNvPr id="5" name="Footer Placeholder 4">
            <a:extLst>
              <a:ext uri="{FF2B5EF4-FFF2-40B4-BE49-F238E27FC236}">
                <a16:creationId xmlns:a16="http://schemas.microsoft.com/office/drawing/2014/main" id="{22845AD8-CD34-09D9-BA1C-BB267035E75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4F3E1B2-7AFA-9422-6EA6-D10CE9F318EE}"/>
              </a:ext>
            </a:extLst>
          </p:cNvPr>
          <p:cNvSpPr>
            <a:spLocks noGrp="1"/>
          </p:cNvSpPr>
          <p:nvPr>
            <p:ph type="sldNum" sz="quarter" idx="12"/>
          </p:nvPr>
        </p:nvSpPr>
        <p:spPr/>
        <p:txBody>
          <a:bodyPr/>
          <a:lstStyle/>
          <a:p>
            <a:fld id="{23742CE5-46F7-48C7-9706-F15A4261AF91}" type="slidenum">
              <a:rPr lang="en-GB" smtClean="0"/>
              <a:t>‹#›</a:t>
            </a:fld>
            <a:endParaRPr lang="en-GB"/>
          </a:p>
        </p:txBody>
      </p:sp>
    </p:spTree>
    <p:extLst>
      <p:ext uri="{BB962C8B-B14F-4D97-AF65-F5344CB8AC3E}">
        <p14:creationId xmlns:p14="http://schemas.microsoft.com/office/powerpoint/2010/main" val="1278931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737E1-E647-ECEA-DF86-CFBC6BE964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9ED0D97-8111-0D90-28DE-026B42D0D4B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7108AD-8453-782D-AC06-B4B5469DDC7E}"/>
              </a:ext>
            </a:extLst>
          </p:cNvPr>
          <p:cNvSpPr>
            <a:spLocks noGrp="1"/>
          </p:cNvSpPr>
          <p:nvPr>
            <p:ph type="dt" sz="half" idx="10"/>
          </p:nvPr>
        </p:nvSpPr>
        <p:spPr/>
        <p:txBody>
          <a:bodyPr/>
          <a:lstStyle/>
          <a:p>
            <a:fld id="{378DD877-704B-489F-AD71-33B7B0663F28}" type="datetimeFigureOut">
              <a:rPr lang="en-GB" smtClean="0"/>
              <a:t>17/08/2025</a:t>
            </a:fld>
            <a:endParaRPr lang="en-GB"/>
          </a:p>
        </p:txBody>
      </p:sp>
      <p:sp>
        <p:nvSpPr>
          <p:cNvPr id="5" name="Footer Placeholder 4">
            <a:extLst>
              <a:ext uri="{FF2B5EF4-FFF2-40B4-BE49-F238E27FC236}">
                <a16:creationId xmlns:a16="http://schemas.microsoft.com/office/drawing/2014/main" id="{5260B796-3485-F92F-4500-CCB8B23BF13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5B7A3A8-1021-9E5D-0F8D-26602AA56615}"/>
              </a:ext>
            </a:extLst>
          </p:cNvPr>
          <p:cNvSpPr>
            <a:spLocks noGrp="1"/>
          </p:cNvSpPr>
          <p:nvPr>
            <p:ph type="sldNum" sz="quarter" idx="12"/>
          </p:nvPr>
        </p:nvSpPr>
        <p:spPr/>
        <p:txBody>
          <a:bodyPr/>
          <a:lstStyle/>
          <a:p>
            <a:fld id="{23742CE5-46F7-48C7-9706-F15A4261AF91}" type="slidenum">
              <a:rPr lang="en-GB" smtClean="0"/>
              <a:t>‹#›</a:t>
            </a:fld>
            <a:endParaRPr lang="en-GB"/>
          </a:p>
        </p:txBody>
      </p:sp>
    </p:spTree>
    <p:extLst>
      <p:ext uri="{BB962C8B-B14F-4D97-AF65-F5344CB8AC3E}">
        <p14:creationId xmlns:p14="http://schemas.microsoft.com/office/powerpoint/2010/main" val="3771211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B02C4-8A39-DEEF-FE3E-BFC2A16F03B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2C9F929-4EF7-BDF2-2039-B15100A484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1C25595-2F8F-1081-9EA2-C84A9A9653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F1C7120-0C43-686A-18B9-0B998EFFD565}"/>
              </a:ext>
            </a:extLst>
          </p:cNvPr>
          <p:cNvSpPr>
            <a:spLocks noGrp="1"/>
          </p:cNvSpPr>
          <p:nvPr>
            <p:ph type="dt" sz="half" idx="10"/>
          </p:nvPr>
        </p:nvSpPr>
        <p:spPr/>
        <p:txBody>
          <a:bodyPr/>
          <a:lstStyle/>
          <a:p>
            <a:fld id="{378DD877-704B-489F-AD71-33B7B0663F28}" type="datetimeFigureOut">
              <a:rPr lang="en-GB" smtClean="0"/>
              <a:t>17/08/2025</a:t>
            </a:fld>
            <a:endParaRPr lang="en-GB"/>
          </a:p>
        </p:txBody>
      </p:sp>
      <p:sp>
        <p:nvSpPr>
          <p:cNvPr id="6" name="Footer Placeholder 5">
            <a:extLst>
              <a:ext uri="{FF2B5EF4-FFF2-40B4-BE49-F238E27FC236}">
                <a16:creationId xmlns:a16="http://schemas.microsoft.com/office/drawing/2014/main" id="{30BF6855-B0AC-3AD9-4F91-6CE1DE8E985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7668E13-1CA8-6D31-E20F-61C1A041E076}"/>
              </a:ext>
            </a:extLst>
          </p:cNvPr>
          <p:cNvSpPr>
            <a:spLocks noGrp="1"/>
          </p:cNvSpPr>
          <p:nvPr>
            <p:ph type="sldNum" sz="quarter" idx="12"/>
          </p:nvPr>
        </p:nvSpPr>
        <p:spPr/>
        <p:txBody>
          <a:bodyPr/>
          <a:lstStyle/>
          <a:p>
            <a:fld id="{23742CE5-46F7-48C7-9706-F15A4261AF91}" type="slidenum">
              <a:rPr lang="en-GB" smtClean="0"/>
              <a:t>‹#›</a:t>
            </a:fld>
            <a:endParaRPr lang="en-GB"/>
          </a:p>
        </p:txBody>
      </p:sp>
    </p:spTree>
    <p:extLst>
      <p:ext uri="{BB962C8B-B14F-4D97-AF65-F5344CB8AC3E}">
        <p14:creationId xmlns:p14="http://schemas.microsoft.com/office/powerpoint/2010/main" val="4218379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B5223-2B5B-579D-2A59-754642A78F5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2A6D416-1E63-FAC0-E9BD-5E49D49076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EB5638-3B68-EE49-9B34-4181210B24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AE1A4C8-3145-B2F1-D6F3-93067B1404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414A71-CAD2-1889-FB41-683B703293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557EB6D-1DAD-A1A1-C33D-8FC9C7661107}"/>
              </a:ext>
            </a:extLst>
          </p:cNvPr>
          <p:cNvSpPr>
            <a:spLocks noGrp="1"/>
          </p:cNvSpPr>
          <p:nvPr>
            <p:ph type="dt" sz="half" idx="10"/>
          </p:nvPr>
        </p:nvSpPr>
        <p:spPr/>
        <p:txBody>
          <a:bodyPr/>
          <a:lstStyle/>
          <a:p>
            <a:fld id="{378DD877-704B-489F-AD71-33B7B0663F28}" type="datetimeFigureOut">
              <a:rPr lang="en-GB" smtClean="0"/>
              <a:t>17/08/2025</a:t>
            </a:fld>
            <a:endParaRPr lang="en-GB"/>
          </a:p>
        </p:txBody>
      </p:sp>
      <p:sp>
        <p:nvSpPr>
          <p:cNvPr id="8" name="Footer Placeholder 7">
            <a:extLst>
              <a:ext uri="{FF2B5EF4-FFF2-40B4-BE49-F238E27FC236}">
                <a16:creationId xmlns:a16="http://schemas.microsoft.com/office/drawing/2014/main" id="{AC09BF49-A942-CDC5-CBF5-CEC45DBE492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0E67F9F-8768-89E8-7ADD-1BD070D5582A}"/>
              </a:ext>
            </a:extLst>
          </p:cNvPr>
          <p:cNvSpPr>
            <a:spLocks noGrp="1"/>
          </p:cNvSpPr>
          <p:nvPr>
            <p:ph type="sldNum" sz="quarter" idx="12"/>
          </p:nvPr>
        </p:nvSpPr>
        <p:spPr/>
        <p:txBody>
          <a:bodyPr/>
          <a:lstStyle/>
          <a:p>
            <a:fld id="{23742CE5-46F7-48C7-9706-F15A4261AF91}" type="slidenum">
              <a:rPr lang="en-GB" smtClean="0"/>
              <a:t>‹#›</a:t>
            </a:fld>
            <a:endParaRPr lang="en-GB"/>
          </a:p>
        </p:txBody>
      </p:sp>
    </p:spTree>
    <p:extLst>
      <p:ext uri="{BB962C8B-B14F-4D97-AF65-F5344CB8AC3E}">
        <p14:creationId xmlns:p14="http://schemas.microsoft.com/office/powerpoint/2010/main" val="1028632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E51C9-0275-13C4-062D-F630715AF61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D2CDD17-5F8C-3C38-FE48-16C28390F8DB}"/>
              </a:ext>
            </a:extLst>
          </p:cNvPr>
          <p:cNvSpPr>
            <a:spLocks noGrp="1"/>
          </p:cNvSpPr>
          <p:nvPr>
            <p:ph type="dt" sz="half" idx="10"/>
          </p:nvPr>
        </p:nvSpPr>
        <p:spPr/>
        <p:txBody>
          <a:bodyPr/>
          <a:lstStyle/>
          <a:p>
            <a:fld id="{378DD877-704B-489F-AD71-33B7B0663F28}" type="datetimeFigureOut">
              <a:rPr lang="en-GB" smtClean="0"/>
              <a:t>17/08/2025</a:t>
            </a:fld>
            <a:endParaRPr lang="en-GB"/>
          </a:p>
        </p:txBody>
      </p:sp>
      <p:sp>
        <p:nvSpPr>
          <p:cNvPr id="4" name="Footer Placeholder 3">
            <a:extLst>
              <a:ext uri="{FF2B5EF4-FFF2-40B4-BE49-F238E27FC236}">
                <a16:creationId xmlns:a16="http://schemas.microsoft.com/office/drawing/2014/main" id="{D9959B63-435C-3D3D-98AF-67C45B31203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B17F51F-E8D2-B605-EB30-5E847ACF1A26}"/>
              </a:ext>
            </a:extLst>
          </p:cNvPr>
          <p:cNvSpPr>
            <a:spLocks noGrp="1"/>
          </p:cNvSpPr>
          <p:nvPr>
            <p:ph type="sldNum" sz="quarter" idx="12"/>
          </p:nvPr>
        </p:nvSpPr>
        <p:spPr/>
        <p:txBody>
          <a:bodyPr/>
          <a:lstStyle/>
          <a:p>
            <a:fld id="{23742CE5-46F7-48C7-9706-F15A4261AF91}" type="slidenum">
              <a:rPr lang="en-GB" smtClean="0"/>
              <a:t>‹#›</a:t>
            </a:fld>
            <a:endParaRPr lang="en-GB"/>
          </a:p>
        </p:txBody>
      </p:sp>
    </p:spTree>
    <p:extLst>
      <p:ext uri="{BB962C8B-B14F-4D97-AF65-F5344CB8AC3E}">
        <p14:creationId xmlns:p14="http://schemas.microsoft.com/office/powerpoint/2010/main" val="687484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5FDFB6-5D9B-5D98-9511-1E476DD158FB}"/>
              </a:ext>
            </a:extLst>
          </p:cNvPr>
          <p:cNvSpPr>
            <a:spLocks noGrp="1"/>
          </p:cNvSpPr>
          <p:nvPr>
            <p:ph type="dt" sz="half" idx="10"/>
          </p:nvPr>
        </p:nvSpPr>
        <p:spPr/>
        <p:txBody>
          <a:bodyPr/>
          <a:lstStyle/>
          <a:p>
            <a:fld id="{378DD877-704B-489F-AD71-33B7B0663F28}" type="datetimeFigureOut">
              <a:rPr lang="en-GB" smtClean="0"/>
              <a:t>17/08/2025</a:t>
            </a:fld>
            <a:endParaRPr lang="en-GB"/>
          </a:p>
        </p:txBody>
      </p:sp>
      <p:sp>
        <p:nvSpPr>
          <p:cNvPr id="3" name="Footer Placeholder 2">
            <a:extLst>
              <a:ext uri="{FF2B5EF4-FFF2-40B4-BE49-F238E27FC236}">
                <a16:creationId xmlns:a16="http://schemas.microsoft.com/office/drawing/2014/main" id="{1BAC4F82-5881-8FE5-2AD9-E425BE1165C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7A2450A-BA65-8921-D227-00A45744A8B3}"/>
              </a:ext>
            </a:extLst>
          </p:cNvPr>
          <p:cNvSpPr>
            <a:spLocks noGrp="1"/>
          </p:cNvSpPr>
          <p:nvPr>
            <p:ph type="sldNum" sz="quarter" idx="12"/>
          </p:nvPr>
        </p:nvSpPr>
        <p:spPr/>
        <p:txBody>
          <a:bodyPr/>
          <a:lstStyle/>
          <a:p>
            <a:fld id="{23742CE5-46F7-48C7-9706-F15A4261AF91}" type="slidenum">
              <a:rPr lang="en-GB" smtClean="0"/>
              <a:t>‹#›</a:t>
            </a:fld>
            <a:endParaRPr lang="en-GB"/>
          </a:p>
        </p:txBody>
      </p:sp>
    </p:spTree>
    <p:extLst>
      <p:ext uri="{BB962C8B-B14F-4D97-AF65-F5344CB8AC3E}">
        <p14:creationId xmlns:p14="http://schemas.microsoft.com/office/powerpoint/2010/main" val="3730901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7AE03-B77A-D3CC-7BE7-F4CAA2AE33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730AFCE-E535-5FB8-80AE-8B91B25EB6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626C893-B465-E1D5-C29D-0BAA4844F2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08BFD1-FFF9-B697-7C7E-E09EB10C2BE8}"/>
              </a:ext>
            </a:extLst>
          </p:cNvPr>
          <p:cNvSpPr>
            <a:spLocks noGrp="1"/>
          </p:cNvSpPr>
          <p:nvPr>
            <p:ph type="dt" sz="half" idx="10"/>
          </p:nvPr>
        </p:nvSpPr>
        <p:spPr/>
        <p:txBody>
          <a:bodyPr/>
          <a:lstStyle/>
          <a:p>
            <a:fld id="{378DD877-704B-489F-AD71-33B7B0663F28}" type="datetimeFigureOut">
              <a:rPr lang="en-GB" smtClean="0"/>
              <a:t>17/08/2025</a:t>
            </a:fld>
            <a:endParaRPr lang="en-GB"/>
          </a:p>
        </p:txBody>
      </p:sp>
      <p:sp>
        <p:nvSpPr>
          <p:cNvPr id="6" name="Footer Placeholder 5">
            <a:extLst>
              <a:ext uri="{FF2B5EF4-FFF2-40B4-BE49-F238E27FC236}">
                <a16:creationId xmlns:a16="http://schemas.microsoft.com/office/drawing/2014/main" id="{E8F8730D-B9B6-3056-8A12-B9F44C2CBE5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C45DEC7-891E-B1AC-67BA-8F6E5B56B7F0}"/>
              </a:ext>
            </a:extLst>
          </p:cNvPr>
          <p:cNvSpPr>
            <a:spLocks noGrp="1"/>
          </p:cNvSpPr>
          <p:nvPr>
            <p:ph type="sldNum" sz="quarter" idx="12"/>
          </p:nvPr>
        </p:nvSpPr>
        <p:spPr/>
        <p:txBody>
          <a:bodyPr/>
          <a:lstStyle/>
          <a:p>
            <a:fld id="{23742CE5-46F7-48C7-9706-F15A4261AF91}" type="slidenum">
              <a:rPr lang="en-GB" smtClean="0"/>
              <a:t>‹#›</a:t>
            </a:fld>
            <a:endParaRPr lang="en-GB"/>
          </a:p>
        </p:txBody>
      </p:sp>
    </p:spTree>
    <p:extLst>
      <p:ext uri="{BB962C8B-B14F-4D97-AF65-F5344CB8AC3E}">
        <p14:creationId xmlns:p14="http://schemas.microsoft.com/office/powerpoint/2010/main" val="2809726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54BD0-2986-4E7F-2AE9-FEC8730B17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52ED6D2-EDCE-7263-3842-EDD37D98D3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65B2CBD-D678-AF6D-6A3C-BF7D8CC48A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A1A22C-F4A5-A098-7661-0254F75C38E5}"/>
              </a:ext>
            </a:extLst>
          </p:cNvPr>
          <p:cNvSpPr>
            <a:spLocks noGrp="1"/>
          </p:cNvSpPr>
          <p:nvPr>
            <p:ph type="dt" sz="half" idx="10"/>
          </p:nvPr>
        </p:nvSpPr>
        <p:spPr/>
        <p:txBody>
          <a:bodyPr/>
          <a:lstStyle/>
          <a:p>
            <a:fld id="{378DD877-704B-489F-AD71-33B7B0663F28}" type="datetimeFigureOut">
              <a:rPr lang="en-GB" smtClean="0"/>
              <a:t>17/08/2025</a:t>
            </a:fld>
            <a:endParaRPr lang="en-GB"/>
          </a:p>
        </p:txBody>
      </p:sp>
      <p:sp>
        <p:nvSpPr>
          <p:cNvPr id="6" name="Footer Placeholder 5">
            <a:extLst>
              <a:ext uri="{FF2B5EF4-FFF2-40B4-BE49-F238E27FC236}">
                <a16:creationId xmlns:a16="http://schemas.microsoft.com/office/drawing/2014/main" id="{E5BD88E0-58EF-4747-999C-7693C899ECD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881F9D8-DCC4-DDA5-D7B8-D04D49A5B830}"/>
              </a:ext>
            </a:extLst>
          </p:cNvPr>
          <p:cNvSpPr>
            <a:spLocks noGrp="1"/>
          </p:cNvSpPr>
          <p:nvPr>
            <p:ph type="sldNum" sz="quarter" idx="12"/>
          </p:nvPr>
        </p:nvSpPr>
        <p:spPr/>
        <p:txBody>
          <a:bodyPr/>
          <a:lstStyle/>
          <a:p>
            <a:fld id="{23742CE5-46F7-48C7-9706-F15A4261AF91}" type="slidenum">
              <a:rPr lang="en-GB" smtClean="0"/>
              <a:t>‹#›</a:t>
            </a:fld>
            <a:endParaRPr lang="en-GB"/>
          </a:p>
        </p:txBody>
      </p:sp>
    </p:spTree>
    <p:extLst>
      <p:ext uri="{BB962C8B-B14F-4D97-AF65-F5344CB8AC3E}">
        <p14:creationId xmlns:p14="http://schemas.microsoft.com/office/powerpoint/2010/main" val="193520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6ACB5-234B-5BCC-0AC3-C27052D9426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505E000-2D2B-E988-379F-B125C53588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20F615F-4C0E-6CDA-2D67-E228B877E59A}"/>
              </a:ext>
            </a:extLst>
          </p:cNvPr>
          <p:cNvSpPr>
            <a:spLocks noGrp="1"/>
          </p:cNvSpPr>
          <p:nvPr>
            <p:ph type="dt" sz="half" idx="10"/>
          </p:nvPr>
        </p:nvSpPr>
        <p:spPr/>
        <p:txBody>
          <a:bodyPr/>
          <a:lstStyle/>
          <a:p>
            <a:fld id="{378DD877-704B-489F-AD71-33B7B0663F28}" type="datetimeFigureOut">
              <a:rPr lang="en-GB" smtClean="0"/>
              <a:t>17/08/2025</a:t>
            </a:fld>
            <a:endParaRPr lang="en-GB"/>
          </a:p>
        </p:txBody>
      </p:sp>
      <p:sp>
        <p:nvSpPr>
          <p:cNvPr id="5" name="Footer Placeholder 4">
            <a:extLst>
              <a:ext uri="{FF2B5EF4-FFF2-40B4-BE49-F238E27FC236}">
                <a16:creationId xmlns:a16="http://schemas.microsoft.com/office/drawing/2014/main" id="{B41A9CA2-C2CA-D669-BE15-6A54FAF38E8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FC289E8-DB3F-152E-D167-DC71DC5836E7}"/>
              </a:ext>
            </a:extLst>
          </p:cNvPr>
          <p:cNvSpPr>
            <a:spLocks noGrp="1"/>
          </p:cNvSpPr>
          <p:nvPr>
            <p:ph type="sldNum" sz="quarter" idx="12"/>
          </p:nvPr>
        </p:nvSpPr>
        <p:spPr/>
        <p:txBody>
          <a:bodyPr/>
          <a:lstStyle/>
          <a:p>
            <a:fld id="{23742CE5-46F7-48C7-9706-F15A4261AF91}" type="slidenum">
              <a:rPr lang="en-GB" smtClean="0"/>
              <a:t>‹#›</a:t>
            </a:fld>
            <a:endParaRPr lang="en-GB"/>
          </a:p>
        </p:txBody>
      </p:sp>
    </p:spTree>
    <p:extLst>
      <p:ext uri="{BB962C8B-B14F-4D97-AF65-F5344CB8AC3E}">
        <p14:creationId xmlns:p14="http://schemas.microsoft.com/office/powerpoint/2010/main" val="815046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93040E-5BAF-9629-03B7-8C776E53EF2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68E45A4-C2DD-68E0-1B26-754457B358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0244EDD-FC6E-7751-1F22-95F3C5B88D9B}"/>
              </a:ext>
            </a:extLst>
          </p:cNvPr>
          <p:cNvSpPr>
            <a:spLocks noGrp="1"/>
          </p:cNvSpPr>
          <p:nvPr>
            <p:ph type="dt" sz="half" idx="10"/>
          </p:nvPr>
        </p:nvSpPr>
        <p:spPr/>
        <p:txBody>
          <a:bodyPr/>
          <a:lstStyle/>
          <a:p>
            <a:fld id="{378DD877-704B-489F-AD71-33B7B0663F28}" type="datetimeFigureOut">
              <a:rPr lang="en-GB" smtClean="0"/>
              <a:t>17/08/2025</a:t>
            </a:fld>
            <a:endParaRPr lang="en-GB"/>
          </a:p>
        </p:txBody>
      </p:sp>
      <p:sp>
        <p:nvSpPr>
          <p:cNvPr id="5" name="Footer Placeholder 4">
            <a:extLst>
              <a:ext uri="{FF2B5EF4-FFF2-40B4-BE49-F238E27FC236}">
                <a16:creationId xmlns:a16="http://schemas.microsoft.com/office/drawing/2014/main" id="{CFC321A0-97D2-61A3-E9C7-C82CB0E368A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884B836-9CB3-59F2-C1EB-8618DDC483EB}"/>
              </a:ext>
            </a:extLst>
          </p:cNvPr>
          <p:cNvSpPr>
            <a:spLocks noGrp="1"/>
          </p:cNvSpPr>
          <p:nvPr>
            <p:ph type="sldNum" sz="quarter" idx="12"/>
          </p:nvPr>
        </p:nvSpPr>
        <p:spPr/>
        <p:txBody>
          <a:bodyPr/>
          <a:lstStyle/>
          <a:p>
            <a:fld id="{23742CE5-46F7-48C7-9706-F15A4261AF91}" type="slidenum">
              <a:rPr lang="en-GB" smtClean="0"/>
              <a:t>‹#›</a:t>
            </a:fld>
            <a:endParaRPr lang="en-GB"/>
          </a:p>
        </p:txBody>
      </p:sp>
    </p:spTree>
    <p:extLst>
      <p:ext uri="{BB962C8B-B14F-4D97-AF65-F5344CB8AC3E}">
        <p14:creationId xmlns:p14="http://schemas.microsoft.com/office/powerpoint/2010/main" val="19152835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01V1">
    <p:bg>
      <p:bgPr>
        <a:solidFill>
          <a:schemeClr val="accent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B3DB32F-EDCF-5F94-A95D-902E17E68FDD}"/>
              </a:ext>
            </a:extLst>
          </p:cNvPr>
          <p:cNvSpPr>
            <a:spLocks noGrp="1"/>
          </p:cNvSpPr>
          <p:nvPr>
            <p:ph type="pic" sz="quarter" idx="13"/>
          </p:nvPr>
        </p:nvSpPr>
        <p:spPr>
          <a:xfrm>
            <a:off x="0" y="0"/>
            <a:ext cx="12192000" cy="6858000"/>
          </a:xfrm>
          <a:custGeom>
            <a:avLst/>
            <a:gdLst>
              <a:gd name="connsiteX0" fmla="*/ 2027237 w 12192000"/>
              <a:gd name="connsiteY0" fmla="*/ 2135187 h 6858000"/>
              <a:gd name="connsiteX1" fmla="*/ 2027237 w 12192000"/>
              <a:gd name="connsiteY1" fmla="*/ 4722813 h 6858000"/>
              <a:gd name="connsiteX2" fmla="*/ 10164763 w 12192000"/>
              <a:gd name="connsiteY2" fmla="*/ 4722813 h 6858000"/>
              <a:gd name="connsiteX3" fmla="*/ 10164763 w 12192000"/>
              <a:gd name="connsiteY3" fmla="*/ 2135187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2027237" y="2135187"/>
                </a:moveTo>
                <a:lnTo>
                  <a:pt x="2027237" y="4722813"/>
                </a:lnTo>
                <a:lnTo>
                  <a:pt x="10164763" y="4722813"/>
                </a:lnTo>
                <a:lnTo>
                  <a:pt x="10164763" y="2135187"/>
                </a:lnTo>
                <a:close/>
                <a:moveTo>
                  <a:pt x="0" y="0"/>
                </a:moveTo>
                <a:lnTo>
                  <a:pt x="12192000" y="0"/>
                </a:lnTo>
                <a:lnTo>
                  <a:pt x="12192000" y="6858000"/>
                </a:lnTo>
                <a:lnTo>
                  <a:pt x="0" y="6858000"/>
                </a:lnTo>
                <a:close/>
              </a:path>
            </a:pathLst>
          </a:custGeom>
          <a:pattFill prst="pct5">
            <a:fgClr>
              <a:schemeClr val="accent6"/>
            </a:fgClr>
            <a:bgClr>
              <a:schemeClr val="accent4"/>
            </a:bgClr>
          </a:pattFill>
        </p:spPr>
        <p:txBody>
          <a:bodyPr wrap="square" anchor="t">
            <a:noAutofit/>
          </a:bodyPr>
          <a:lstStyle>
            <a:lvl1pPr algn="ctr">
              <a:defRPr sz="1400"/>
            </a:lvl1pPr>
          </a:lstStyle>
          <a:p>
            <a:endParaRPr lang="en-ID" dirty="0"/>
          </a:p>
        </p:txBody>
      </p:sp>
      <p:sp>
        <p:nvSpPr>
          <p:cNvPr id="3" name="Subtitle 2">
            <a:extLst>
              <a:ext uri="{FF2B5EF4-FFF2-40B4-BE49-F238E27FC236}">
                <a16:creationId xmlns:a16="http://schemas.microsoft.com/office/drawing/2014/main" id="{6F98EA48-F0F1-4559-8320-92B0A8959DAA}"/>
              </a:ext>
            </a:extLst>
          </p:cNvPr>
          <p:cNvSpPr>
            <a:spLocks noGrp="1"/>
          </p:cNvSpPr>
          <p:nvPr>
            <p:ph type="subTitle" idx="1"/>
          </p:nvPr>
        </p:nvSpPr>
        <p:spPr>
          <a:xfrm>
            <a:off x="587375" y="5921375"/>
            <a:ext cx="4325939" cy="352425"/>
          </a:xfrm>
          <a:prstGeom prst="rect">
            <a:avLst/>
          </a:prstGeom>
        </p:spPr>
        <p:txBody>
          <a:bodyPr anchor="ctr">
            <a:noAutofit/>
          </a:bodyPr>
          <a:lstStyle>
            <a:lvl1pPr marL="0" indent="0" algn="l">
              <a:lnSpc>
                <a:spcPct val="150000"/>
              </a:lnSpc>
              <a:buNone/>
              <a:defRPr sz="1800" b="0">
                <a:solidFill>
                  <a:schemeClr val="accent4"/>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endParaRPr lang="en-ID" dirty="0"/>
          </a:p>
        </p:txBody>
      </p:sp>
      <p:sp>
        <p:nvSpPr>
          <p:cNvPr id="8" name="Text Placeholder 7">
            <a:extLst>
              <a:ext uri="{FF2B5EF4-FFF2-40B4-BE49-F238E27FC236}">
                <a16:creationId xmlns:a16="http://schemas.microsoft.com/office/drawing/2014/main" id="{E45C62B6-21C3-514C-414A-2DB40EB7D3A7}"/>
              </a:ext>
            </a:extLst>
          </p:cNvPr>
          <p:cNvSpPr>
            <a:spLocks noGrp="1"/>
          </p:cNvSpPr>
          <p:nvPr>
            <p:ph type="body" sz="quarter" idx="38"/>
          </p:nvPr>
        </p:nvSpPr>
        <p:spPr>
          <a:xfrm>
            <a:off x="7278686" y="5916609"/>
            <a:ext cx="4325939" cy="352426"/>
          </a:xfrm>
        </p:spPr>
        <p:txBody>
          <a:bodyPr vert="horz" lIns="91440" tIns="45720" rIns="91440" bIns="45720" rtlCol="0" anchor="ctr">
            <a:noAutofit/>
          </a:bodyPr>
          <a:lstStyle>
            <a:lvl1pPr algn="r">
              <a:defRPr lang="en-GB" sz="1800" b="0" dirty="0">
                <a:solidFill>
                  <a:schemeClr val="accent4"/>
                </a:solidFill>
              </a:defRPr>
            </a:lvl1pPr>
          </a:lstStyle>
          <a:p>
            <a:pPr lvl="0">
              <a:lnSpc>
                <a:spcPct val="150000"/>
              </a:lnSpc>
            </a:pPr>
            <a:r>
              <a:rPr lang="en-GB" dirty="0"/>
              <a:t>Click to edit Master text styles</a:t>
            </a:r>
          </a:p>
        </p:txBody>
      </p:sp>
      <p:sp>
        <p:nvSpPr>
          <p:cNvPr id="4" name="Title 3">
            <a:extLst>
              <a:ext uri="{FF2B5EF4-FFF2-40B4-BE49-F238E27FC236}">
                <a16:creationId xmlns:a16="http://schemas.microsoft.com/office/drawing/2014/main" id="{0E599F56-157F-C6E5-6A16-E2F2F1383849}"/>
              </a:ext>
            </a:extLst>
          </p:cNvPr>
          <p:cNvSpPr>
            <a:spLocks noGrp="1"/>
          </p:cNvSpPr>
          <p:nvPr>
            <p:ph type="title"/>
          </p:nvPr>
        </p:nvSpPr>
        <p:spPr>
          <a:xfrm>
            <a:off x="2027237" y="2346961"/>
            <a:ext cx="8137526" cy="2164080"/>
          </a:xfrm>
        </p:spPr>
        <p:txBody>
          <a:bodyPr/>
          <a:lstStyle>
            <a:lvl1pPr algn="ctr">
              <a:defRPr>
                <a:solidFill>
                  <a:schemeClr val="tx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30581911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01V2">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F98EA48-F0F1-4559-8320-92B0A8959DAA}"/>
              </a:ext>
            </a:extLst>
          </p:cNvPr>
          <p:cNvSpPr>
            <a:spLocks noGrp="1"/>
          </p:cNvSpPr>
          <p:nvPr>
            <p:ph type="subTitle" idx="1"/>
          </p:nvPr>
        </p:nvSpPr>
        <p:spPr>
          <a:xfrm>
            <a:off x="587375" y="5290453"/>
            <a:ext cx="4325939" cy="767447"/>
          </a:xfrm>
          <a:prstGeom prst="rect">
            <a:avLst/>
          </a:prstGeom>
        </p:spPr>
        <p:txBody>
          <a:bodyPr anchor="t">
            <a:noAutofit/>
          </a:bodyPr>
          <a:lstStyle>
            <a:lvl1pPr marL="0" indent="0" algn="l">
              <a:lnSpc>
                <a:spcPct val="100000"/>
              </a:lnSpc>
              <a:spcBef>
                <a:spcPts val="0"/>
              </a:spcBef>
              <a:buNone/>
              <a:defRPr sz="1800" b="0">
                <a:solidFill>
                  <a:schemeClr val="tx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endParaRPr lang="en-ID" dirty="0"/>
          </a:p>
        </p:txBody>
      </p:sp>
      <p:sp>
        <p:nvSpPr>
          <p:cNvPr id="8" name="Text Placeholder 7">
            <a:extLst>
              <a:ext uri="{FF2B5EF4-FFF2-40B4-BE49-F238E27FC236}">
                <a16:creationId xmlns:a16="http://schemas.microsoft.com/office/drawing/2014/main" id="{E45C62B6-21C3-514C-414A-2DB40EB7D3A7}"/>
              </a:ext>
            </a:extLst>
          </p:cNvPr>
          <p:cNvSpPr>
            <a:spLocks noGrp="1"/>
          </p:cNvSpPr>
          <p:nvPr>
            <p:ph type="body" sz="quarter" idx="38"/>
          </p:nvPr>
        </p:nvSpPr>
        <p:spPr>
          <a:xfrm>
            <a:off x="7278686" y="5285686"/>
            <a:ext cx="4325939" cy="767449"/>
          </a:xfrm>
        </p:spPr>
        <p:txBody>
          <a:bodyPr vert="horz" lIns="91440" tIns="45720" rIns="91440" bIns="45720" rtlCol="0" anchor="t">
            <a:noAutofit/>
          </a:bodyPr>
          <a:lstStyle>
            <a:lvl1pPr algn="r">
              <a:defRPr lang="en-GB" sz="1800" b="0" dirty="0">
                <a:solidFill>
                  <a:schemeClr val="tx1"/>
                </a:solidFill>
              </a:defRPr>
            </a:lvl1pPr>
          </a:lstStyle>
          <a:p>
            <a:pPr lvl="0">
              <a:lnSpc>
                <a:spcPct val="100000"/>
              </a:lnSpc>
              <a:spcBef>
                <a:spcPts val="0"/>
              </a:spcBef>
            </a:pPr>
            <a:r>
              <a:rPr lang="en-GB" dirty="0"/>
              <a:t>Click to edit Master text styles</a:t>
            </a:r>
          </a:p>
        </p:txBody>
      </p:sp>
      <p:sp>
        <p:nvSpPr>
          <p:cNvPr id="2" name="Rectangle 1">
            <a:extLst>
              <a:ext uri="{FF2B5EF4-FFF2-40B4-BE49-F238E27FC236}">
                <a16:creationId xmlns:a16="http://schemas.microsoft.com/office/drawing/2014/main" id="{21D0A0F9-8710-FABF-E38E-E7E0E55AA664}"/>
              </a:ext>
            </a:extLst>
          </p:cNvPr>
          <p:cNvSpPr>
            <a:spLocks/>
          </p:cNvSpPr>
          <p:nvPr userDrawn="1"/>
        </p:nvSpPr>
        <p:spPr>
          <a:xfrm>
            <a:off x="0" y="1780480"/>
            <a:ext cx="12192000" cy="329704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0E599F56-157F-C6E5-6A16-E2F2F1383849}"/>
              </a:ext>
            </a:extLst>
          </p:cNvPr>
          <p:cNvSpPr>
            <a:spLocks noGrp="1"/>
          </p:cNvSpPr>
          <p:nvPr>
            <p:ph type="title"/>
          </p:nvPr>
        </p:nvSpPr>
        <p:spPr>
          <a:xfrm>
            <a:off x="587375" y="1993411"/>
            <a:ext cx="11017250" cy="2871178"/>
          </a:xfrm>
          <a:noFill/>
        </p:spPr>
        <p:txBody>
          <a:bodyPr/>
          <a:lstStyle>
            <a:lvl1pPr algn="ctr">
              <a:defRPr>
                <a:solidFill>
                  <a:schemeClr val="tx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24533788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01V3">
    <p:bg>
      <p:bgPr>
        <a:solidFill>
          <a:schemeClr val="bg2">
            <a:alpha val="20000"/>
          </a:schemeClr>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F98EA48-F0F1-4559-8320-92B0A8959DAA}"/>
              </a:ext>
            </a:extLst>
          </p:cNvPr>
          <p:cNvSpPr>
            <a:spLocks noGrp="1"/>
          </p:cNvSpPr>
          <p:nvPr>
            <p:ph type="subTitle" idx="1"/>
          </p:nvPr>
        </p:nvSpPr>
        <p:spPr>
          <a:xfrm>
            <a:off x="587375" y="4092658"/>
            <a:ext cx="4325939" cy="821316"/>
          </a:xfrm>
          <a:prstGeom prst="rect">
            <a:avLst/>
          </a:prstGeom>
        </p:spPr>
        <p:txBody>
          <a:bodyPr anchor="t">
            <a:noAutofit/>
          </a:bodyPr>
          <a:lstStyle>
            <a:lvl1pPr marL="0" indent="0" algn="l">
              <a:lnSpc>
                <a:spcPct val="100000"/>
              </a:lnSpc>
              <a:spcBef>
                <a:spcPts val="0"/>
              </a:spcBef>
              <a:buNone/>
              <a:defRPr sz="1800" b="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endParaRPr lang="en-ID" dirty="0"/>
          </a:p>
        </p:txBody>
      </p:sp>
      <p:sp>
        <p:nvSpPr>
          <p:cNvPr id="8" name="Text Placeholder 7">
            <a:extLst>
              <a:ext uri="{FF2B5EF4-FFF2-40B4-BE49-F238E27FC236}">
                <a16:creationId xmlns:a16="http://schemas.microsoft.com/office/drawing/2014/main" id="{E45C62B6-21C3-514C-414A-2DB40EB7D3A7}"/>
              </a:ext>
            </a:extLst>
          </p:cNvPr>
          <p:cNvSpPr>
            <a:spLocks noGrp="1"/>
          </p:cNvSpPr>
          <p:nvPr>
            <p:ph type="body" sz="quarter" idx="38"/>
          </p:nvPr>
        </p:nvSpPr>
        <p:spPr>
          <a:xfrm>
            <a:off x="7278686" y="4087892"/>
            <a:ext cx="4325939" cy="821318"/>
          </a:xfrm>
        </p:spPr>
        <p:txBody>
          <a:bodyPr vert="horz" lIns="91440" tIns="45720" rIns="91440" bIns="45720" rtlCol="0" anchor="t">
            <a:noAutofit/>
          </a:bodyPr>
          <a:lstStyle>
            <a:lvl1pPr algn="r">
              <a:defRPr lang="en-GB" sz="1800" b="0" dirty="0">
                <a:solidFill>
                  <a:schemeClr val="tx2"/>
                </a:solidFill>
              </a:defRPr>
            </a:lvl1pPr>
          </a:lstStyle>
          <a:p>
            <a:pPr lvl="0">
              <a:lnSpc>
                <a:spcPct val="100000"/>
              </a:lnSpc>
              <a:spcBef>
                <a:spcPts val="0"/>
              </a:spcBef>
            </a:pPr>
            <a:r>
              <a:rPr lang="en-GB" dirty="0"/>
              <a:t>Click to edit Master text styles</a:t>
            </a:r>
          </a:p>
        </p:txBody>
      </p:sp>
      <p:sp>
        <p:nvSpPr>
          <p:cNvPr id="2" name="Rectangle 1">
            <a:extLst>
              <a:ext uri="{FF2B5EF4-FFF2-40B4-BE49-F238E27FC236}">
                <a16:creationId xmlns:a16="http://schemas.microsoft.com/office/drawing/2014/main" id="{321CAE9F-E026-BD36-37CE-895F1D84344A}"/>
              </a:ext>
            </a:extLst>
          </p:cNvPr>
          <p:cNvSpPr>
            <a:spLocks/>
          </p:cNvSpPr>
          <p:nvPr userDrawn="1"/>
        </p:nvSpPr>
        <p:spPr>
          <a:xfrm>
            <a:off x="587374" y="0"/>
            <a:ext cx="11017252" cy="382115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3">
            <a:extLst>
              <a:ext uri="{FF2B5EF4-FFF2-40B4-BE49-F238E27FC236}">
                <a16:creationId xmlns:a16="http://schemas.microsoft.com/office/drawing/2014/main" id="{2AFC8850-3F5F-87F9-D600-B18321E8E5F1}"/>
              </a:ext>
            </a:extLst>
          </p:cNvPr>
          <p:cNvSpPr>
            <a:spLocks noGrp="1"/>
          </p:cNvSpPr>
          <p:nvPr>
            <p:ph type="title"/>
          </p:nvPr>
        </p:nvSpPr>
        <p:spPr>
          <a:xfrm>
            <a:off x="728546" y="584200"/>
            <a:ext cx="10734908" cy="2976756"/>
          </a:xfrm>
          <a:noFill/>
        </p:spPr>
        <p:txBody>
          <a:bodyPr anchor="b"/>
          <a:lstStyle>
            <a:lvl1pPr algn="ctr">
              <a:defRPr>
                <a:solidFill>
                  <a:schemeClr val="tx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11106364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S02V1">
    <p:bg>
      <p:bgPr>
        <a:solidFill>
          <a:schemeClr val="bg2">
            <a:alpha val="20000"/>
          </a:schemeClr>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2604A52-52B5-628C-08E0-E2A22BE60270}"/>
              </a:ext>
            </a:extLst>
          </p:cNvPr>
          <p:cNvCxnSpPr>
            <a:cxnSpLocks/>
          </p:cNvCxnSpPr>
          <p:nvPr userDrawn="1"/>
        </p:nvCxnSpPr>
        <p:spPr>
          <a:xfrm>
            <a:off x="587377" y="6273800"/>
            <a:ext cx="10828336"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4674BB33-9670-B275-1067-25732BAB142F}"/>
              </a:ext>
            </a:extLst>
          </p:cNvPr>
          <p:cNvSpPr/>
          <p:nvPr userDrawn="1"/>
        </p:nvSpPr>
        <p:spPr>
          <a:xfrm>
            <a:off x="4079875" y="2521599"/>
            <a:ext cx="8112125" cy="181480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Picture Placeholder 16">
            <a:extLst>
              <a:ext uri="{FF2B5EF4-FFF2-40B4-BE49-F238E27FC236}">
                <a16:creationId xmlns:a16="http://schemas.microsoft.com/office/drawing/2014/main" id="{992DE54D-50A9-0CEA-E7DB-8ADF00EF10EC}"/>
              </a:ext>
            </a:extLst>
          </p:cNvPr>
          <p:cNvSpPr>
            <a:spLocks noGrp="1"/>
          </p:cNvSpPr>
          <p:nvPr>
            <p:ph type="pic" sz="quarter" idx="13"/>
          </p:nvPr>
        </p:nvSpPr>
        <p:spPr>
          <a:xfrm>
            <a:off x="0" y="0"/>
            <a:ext cx="6096000" cy="6857999"/>
          </a:xfrm>
          <a:custGeom>
            <a:avLst/>
            <a:gdLst>
              <a:gd name="connsiteX0" fmla="*/ 0 w 6096000"/>
              <a:gd name="connsiteY0" fmla="*/ 0 h 6857999"/>
              <a:gd name="connsiteX1" fmla="*/ 6096000 w 6096000"/>
              <a:gd name="connsiteY1" fmla="*/ 0 h 6857999"/>
              <a:gd name="connsiteX2" fmla="*/ 6096000 w 6096000"/>
              <a:gd name="connsiteY2" fmla="*/ 2521599 h 6857999"/>
              <a:gd name="connsiteX3" fmla="*/ 4079875 w 6096000"/>
              <a:gd name="connsiteY3" fmla="*/ 2521599 h 6857999"/>
              <a:gd name="connsiteX4" fmla="*/ 4079875 w 6096000"/>
              <a:gd name="connsiteY4" fmla="*/ 4336401 h 6857999"/>
              <a:gd name="connsiteX5" fmla="*/ 6096000 w 6096000"/>
              <a:gd name="connsiteY5" fmla="*/ 4336401 h 6857999"/>
              <a:gd name="connsiteX6" fmla="*/ 6096000 w 6096000"/>
              <a:gd name="connsiteY6" fmla="*/ 6857999 h 6857999"/>
              <a:gd name="connsiteX7" fmla="*/ 0 w 6096000"/>
              <a:gd name="connsiteY7"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7999">
                <a:moveTo>
                  <a:pt x="0" y="0"/>
                </a:moveTo>
                <a:lnTo>
                  <a:pt x="6096000" y="0"/>
                </a:lnTo>
                <a:lnTo>
                  <a:pt x="6096000" y="2521599"/>
                </a:lnTo>
                <a:lnTo>
                  <a:pt x="4079875" y="2521599"/>
                </a:lnTo>
                <a:lnTo>
                  <a:pt x="4079875" y="4336401"/>
                </a:lnTo>
                <a:lnTo>
                  <a:pt x="6096000" y="4336401"/>
                </a:lnTo>
                <a:lnTo>
                  <a:pt x="6096000" y="6857999"/>
                </a:lnTo>
                <a:lnTo>
                  <a:pt x="0" y="6857999"/>
                </a:lnTo>
                <a:close/>
              </a:path>
            </a:pathLst>
          </a:custGeom>
          <a:pattFill prst="pct5">
            <a:fgClr>
              <a:schemeClr val="accent6"/>
            </a:fgClr>
            <a:bgClr>
              <a:schemeClr val="accent4"/>
            </a:bgClr>
          </a:pattFill>
        </p:spPr>
        <p:txBody>
          <a:bodyPr vert="horz" wrap="square" lIns="91440" tIns="45720" rIns="91440" bIns="45720" rtlCol="0" anchor="t">
            <a:noAutofit/>
          </a:bodyPr>
          <a:lstStyle>
            <a:lvl1pPr>
              <a:defRPr lang="en-ID" sz="1400" dirty="0"/>
            </a:lvl1pPr>
          </a:lstStyle>
          <a:p>
            <a:pPr lvl="0" algn="ctr"/>
            <a:endParaRPr lang="en-ID" dirty="0"/>
          </a:p>
        </p:txBody>
      </p:sp>
      <p:sp>
        <p:nvSpPr>
          <p:cNvPr id="12" name="Title 1">
            <a:extLst>
              <a:ext uri="{FF2B5EF4-FFF2-40B4-BE49-F238E27FC236}">
                <a16:creationId xmlns:a16="http://schemas.microsoft.com/office/drawing/2014/main" id="{A355F8B3-DA2A-69EE-B33D-7D93344E78DC}"/>
              </a:ext>
            </a:extLst>
          </p:cNvPr>
          <p:cNvSpPr>
            <a:spLocks noGrp="1"/>
          </p:cNvSpPr>
          <p:nvPr>
            <p:ph type="title"/>
          </p:nvPr>
        </p:nvSpPr>
        <p:spPr>
          <a:xfrm>
            <a:off x="4712969" y="2521594"/>
            <a:ext cx="6891653" cy="1814807"/>
          </a:xfrm>
          <a:prstGeom prst="rect">
            <a:avLst/>
          </a:prstGeom>
        </p:spPr>
        <p:txBody>
          <a:bodyPr anchor="ctr">
            <a:noAutofit/>
          </a:bodyPr>
          <a:lstStyle>
            <a:lvl1pPr algn="r">
              <a:defRPr>
                <a:solidFill>
                  <a:schemeClr val="tx1"/>
                </a:solidFill>
              </a:defRPr>
            </a:lvl1pPr>
          </a:lstStyle>
          <a:p>
            <a:r>
              <a:rPr lang="en-US" dirty="0"/>
              <a:t>Click to edit Master title style</a:t>
            </a:r>
            <a:endParaRPr lang="en-ID" dirty="0"/>
          </a:p>
        </p:txBody>
      </p:sp>
      <p:sp>
        <p:nvSpPr>
          <p:cNvPr id="13" name="Text Placeholder 7">
            <a:extLst>
              <a:ext uri="{FF2B5EF4-FFF2-40B4-BE49-F238E27FC236}">
                <a16:creationId xmlns:a16="http://schemas.microsoft.com/office/drawing/2014/main" id="{EE2DDA6B-335E-10D7-E095-6237EE97BEFE}"/>
              </a:ext>
            </a:extLst>
          </p:cNvPr>
          <p:cNvSpPr>
            <a:spLocks noGrp="1"/>
          </p:cNvSpPr>
          <p:nvPr>
            <p:ph type="body" sz="quarter" idx="16"/>
          </p:nvPr>
        </p:nvSpPr>
        <p:spPr>
          <a:xfrm>
            <a:off x="6095999" y="4518963"/>
            <a:ext cx="5508622" cy="988063"/>
          </a:xfrm>
        </p:spPr>
        <p:txBody>
          <a:bodyPr anchor="t">
            <a:noAutofit/>
          </a:bodyPr>
          <a:lstStyle>
            <a:lvl1pPr algn="r">
              <a:lnSpc>
                <a:spcPct val="100000"/>
              </a:lnSpc>
              <a:spcBef>
                <a:spcPts val="0"/>
              </a:spcBef>
              <a:defRPr sz="1800">
                <a:solidFill>
                  <a:schemeClr val="tx2"/>
                </a:solidFill>
              </a:defRPr>
            </a:lvl1pPr>
          </a:lstStyle>
          <a:p>
            <a:pPr lvl="0"/>
            <a:r>
              <a:rPr lang="en-GB" dirty="0"/>
              <a:t>Click to edit Master text styles</a:t>
            </a:r>
          </a:p>
        </p:txBody>
      </p:sp>
    </p:spTree>
    <p:extLst>
      <p:ext uri="{BB962C8B-B14F-4D97-AF65-F5344CB8AC3E}">
        <p14:creationId xmlns:p14="http://schemas.microsoft.com/office/powerpoint/2010/main" val="13465821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Header S02V2">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6D3363E-399C-BBAF-9E86-606728CF0759}"/>
              </a:ext>
            </a:extLst>
          </p:cNvPr>
          <p:cNvSpPr>
            <a:spLocks noGrp="1"/>
          </p:cNvSpPr>
          <p:nvPr>
            <p:ph type="body" sz="quarter" idx="16"/>
          </p:nvPr>
        </p:nvSpPr>
        <p:spPr>
          <a:xfrm>
            <a:off x="6435725" y="2934969"/>
            <a:ext cx="5168896" cy="988063"/>
          </a:xfrm>
        </p:spPr>
        <p:txBody>
          <a:bodyPr vert="horz" lIns="91440" tIns="45720" rIns="91440" bIns="45720" rtlCol="0" anchor="ctr">
            <a:noAutofit/>
          </a:bodyPr>
          <a:lstStyle>
            <a:lvl1pPr>
              <a:defRPr lang="en-GB" sz="1800" dirty="0">
                <a:solidFill>
                  <a:schemeClr val="tx1"/>
                </a:solidFill>
              </a:defRPr>
            </a:lvl1pPr>
          </a:lstStyle>
          <a:p>
            <a:pPr lvl="0">
              <a:lnSpc>
                <a:spcPct val="100000"/>
              </a:lnSpc>
              <a:spcBef>
                <a:spcPts val="0"/>
              </a:spcBef>
            </a:pPr>
            <a:r>
              <a:rPr lang="en-GB" dirty="0"/>
              <a:t>Click to edit Master text styles</a:t>
            </a:r>
          </a:p>
        </p:txBody>
      </p:sp>
      <p:sp>
        <p:nvSpPr>
          <p:cNvPr id="7" name="Rectangle 6">
            <a:extLst>
              <a:ext uri="{FF2B5EF4-FFF2-40B4-BE49-F238E27FC236}">
                <a16:creationId xmlns:a16="http://schemas.microsoft.com/office/drawing/2014/main" id="{18DC1539-5D1D-8830-EBB6-620BABA54BE2}"/>
              </a:ext>
            </a:extLst>
          </p:cNvPr>
          <p:cNvSpPr>
            <a:spLocks/>
          </p:cNvSpPr>
          <p:nvPr userDrawn="1"/>
        </p:nvSpPr>
        <p:spPr>
          <a:xfrm>
            <a:off x="587378" y="584202"/>
            <a:ext cx="5508622" cy="568959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10041D-C643-B56F-C677-977EAEEC82A8}"/>
              </a:ext>
            </a:extLst>
          </p:cNvPr>
          <p:cNvSpPr>
            <a:spLocks noGrp="1"/>
          </p:cNvSpPr>
          <p:nvPr>
            <p:ph type="title"/>
          </p:nvPr>
        </p:nvSpPr>
        <p:spPr>
          <a:xfrm>
            <a:off x="927102" y="2219328"/>
            <a:ext cx="4829175" cy="2419348"/>
          </a:xfrm>
          <a:prstGeom prst="rect">
            <a:avLst/>
          </a:prstGeom>
        </p:spPr>
        <p:txBody>
          <a:bodyPr anchor="ctr">
            <a:noAutofit/>
          </a:bodyPr>
          <a:lstStyle>
            <a:lvl1pPr algn="l">
              <a:defRPr>
                <a:solidFill>
                  <a:schemeClr val="tx1"/>
                </a:solidFill>
              </a:defRPr>
            </a:lvl1pPr>
          </a:lstStyle>
          <a:p>
            <a:r>
              <a:rPr lang="en-US" dirty="0"/>
              <a:t>Click to edit Master title style</a:t>
            </a:r>
            <a:endParaRPr lang="en-ID" dirty="0"/>
          </a:p>
        </p:txBody>
      </p:sp>
    </p:spTree>
    <p:extLst>
      <p:ext uri="{BB962C8B-B14F-4D97-AF65-F5344CB8AC3E}">
        <p14:creationId xmlns:p14="http://schemas.microsoft.com/office/powerpoint/2010/main" val="24427054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 S02V3">
    <p:bg>
      <p:bgPr>
        <a:solidFill>
          <a:schemeClr val="bg2">
            <a:alpha val="20000"/>
          </a:schemeClr>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2604A52-52B5-628C-08E0-E2A22BE60270}"/>
              </a:ext>
            </a:extLst>
          </p:cNvPr>
          <p:cNvCxnSpPr>
            <a:cxnSpLocks/>
          </p:cNvCxnSpPr>
          <p:nvPr userDrawn="1"/>
        </p:nvCxnSpPr>
        <p:spPr>
          <a:xfrm>
            <a:off x="587377" y="6273800"/>
            <a:ext cx="10828336"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4674BB33-9670-B275-1067-25732BAB142F}"/>
              </a:ext>
            </a:extLst>
          </p:cNvPr>
          <p:cNvSpPr/>
          <p:nvPr userDrawn="1"/>
        </p:nvSpPr>
        <p:spPr>
          <a:xfrm>
            <a:off x="587377" y="1453990"/>
            <a:ext cx="11017244" cy="19750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1">
            <a:extLst>
              <a:ext uri="{FF2B5EF4-FFF2-40B4-BE49-F238E27FC236}">
                <a16:creationId xmlns:a16="http://schemas.microsoft.com/office/drawing/2014/main" id="{A355F8B3-DA2A-69EE-B33D-7D93344E78DC}"/>
              </a:ext>
            </a:extLst>
          </p:cNvPr>
          <p:cNvSpPr>
            <a:spLocks noGrp="1"/>
          </p:cNvSpPr>
          <p:nvPr>
            <p:ph type="title"/>
          </p:nvPr>
        </p:nvSpPr>
        <p:spPr>
          <a:xfrm>
            <a:off x="1695448" y="1704975"/>
            <a:ext cx="8801104" cy="1563823"/>
          </a:xfrm>
          <a:prstGeom prst="rect">
            <a:avLst/>
          </a:prstGeom>
        </p:spPr>
        <p:txBody>
          <a:bodyPr anchor="b">
            <a:noAutofit/>
          </a:bodyPr>
          <a:lstStyle>
            <a:lvl1pPr algn="ctr">
              <a:defRPr>
                <a:solidFill>
                  <a:schemeClr val="tx1"/>
                </a:solidFill>
              </a:defRPr>
            </a:lvl1pPr>
          </a:lstStyle>
          <a:p>
            <a:r>
              <a:rPr lang="en-US" dirty="0"/>
              <a:t>Click to edit Master title style</a:t>
            </a:r>
            <a:endParaRPr lang="en-ID" dirty="0"/>
          </a:p>
        </p:txBody>
      </p:sp>
      <p:sp>
        <p:nvSpPr>
          <p:cNvPr id="13" name="Text Placeholder 7">
            <a:extLst>
              <a:ext uri="{FF2B5EF4-FFF2-40B4-BE49-F238E27FC236}">
                <a16:creationId xmlns:a16="http://schemas.microsoft.com/office/drawing/2014/main" id="{EE2DDA6B-335E-10D7-E095-6237EE97BEFE}"/>
              </a:ext>
            </a:extLst>
          </p:cNvPr>
          <p:cNvSpPr>
            <a:spLocks noGrp="1"/>
          </p:cNvSpPr>
          <p:nvPr>
            <p:ph type="body" sz="quarter" idx="16"/>
          </p:nvPr>
        </p:nvSpPr>
        <p:spPr>
          <a:xfrm>
            <a:off x="1695449" y="3587102"/>
            <a:ext cx="8801104" cy="988063"/>
          </a:xfrm>
        </p:spPr>
        <p:txBody>
          <a:bodyPr anchor="t">
            <a:noAutofit/>
          </a:bodyPr>
          <a:lstStyle>
            <a:lvl1pPr algn="ctr">
              <a:lnSpc>
                <a:spcPct val="100000"/>
              </a:lnSpc>
              <a:spcBef>
                <a:spcPts val="0"/>
              </a:spcBef>
              <a:defRPr sz="1800">
                <a:solidFill>
                  <a:schemeClr val="tx2"/>
                </a:solidFill>
              </a:defRPr>
            </a:lvl1pPr>
          </a:lstStyle>
          <a:p>
            <a:pPr lvl="0"/>
            <a:r>
              <a:rPr lang="en-GB" dirty="0"/>
              <a:t>Click to edit Master text styles</a:t>
            </a:r>
          </a:p>
        </p:txBody>
      </p:sp>
    </p:spTree>
    <p:extLst>
      <p:ext uri="{BB962C8B-B14F-4D97-AF65-F5344CB8AC3E}">
        <p14:creationId xmlns:p14="http://schemas.microsoft.com/office/powerpoint/2010/main" val="31500759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S03V1">
    <p:bg>
      <p:bgPr>
        <a:solidFill>
          <a:schemeClr val="bg2">
            <a:alpha val="30000"/>
          </a:schemeClr>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C19E034C-1D99-06F7-97F5-2AC8D9ABDEAB}"/>
              </a:ext>
            </a:extLst>
          </p:cNvPr>
          <p:cNvSpPr>
            <a:spLocks noGrp="1"/>
          </p:cNvSpPr>
          <p:nvPr>
            <p:ph type="title"/>
          </p:nvPr>
        </p:nvSpPr>
        <p:spPr>
          <a:xfrm>
            <a:off x="584200" y="1914526"/>
            <a:ext cx="3495675" cy="3028950"/>
          </a:xfrm>
          <a:prstGeom prst="rect">
            <a:avLst/>
          </a:prstGeom>
        </p:spPr>
        <p:txBody>
          <a:bodyPr anchor="ctr">
            <a:noAutofit/>
          </a:bodyPr>
          <a:lstStyle>
            <a:lvl1pPr>
              <a:defRPr>
                <a:solidFill>
                  <a:schemeClr val="tx2"/>
                </a:solidFill>
              </a:defRPr>
            </a:lvl1pPr>
          </a:lstStyle>
          <a:p>
            <a:r>
              <a:rPr lang="en-US" dirty="0"/>
              <a:t>Click to edit Master title style</a:t>
            </a:r>
            <a:endParaRPr lang="en-ID" dirty="0"/>
          </a:p>
        </p:txBody>
      </p:sp>
      <p:sp>
        <p:nvSpPr>
          <p:cNvPr id="12" name="Text Placeholder 7">
            <a:extLst>
              <a:ext uri="{FF2B5EF4-FFF2-40B4-BE49-F238E27FC236}">
                <a16:creationId xmlns:a16="http://schemas.microsoft.com/office/drawing/2014/main" id="{73DE5B6F-6582-3BB5-FD64-58F4F2D8A9CB}"/>
              </a:ext>
            </a:extLst>
          </p:cNvPr>
          <p:cNvSpPr>
            <a:spLocks noGrp="1"/>
          </p:cNvSpPr>
          <p:nvPr>
            <p:ph type="body" sz="quarter" idx="16"/>
          </p:nvPr>
        </p:nvSpPr>
        <p:spPr>
          <a:xfrm>
            <a:off x="6095999" y="958105"/>
            <a:ext cx="5508622" cy="479392"/>
          </a:xfrm>
        </p:spPr>
        <p:txBody>
          <a:bodyPr anchor="ctr">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24" name="Text Placeholder 7">
            <a:extLst>
              <a:ext uri="{FF2B5EF4-FFF2-40B4-BE49-F238E27FC236}">
                <a16:creationId xmlns:a16="http://schemas.microsoft.com/office/drawing/2014/main" id="{8FA5B8D7-FD66-9FC0-F128-F6C95AA2023A}"/>
              </a:ext>
            </a:extLst>
          </p:cNvPr>
          <p:cNvSpPr>
            <a:spLocks noGrp="1"/>
          </p:cNvSpPr>
          <p:nvPr>
            <p:ph type="body" sz="quarter" idx="42"/>
          </p:nvPr>
        </p:nvSpPr>
        <p:spPr>
          <a:xfrm>
            <a:off x="6095999" y="1593810"/>
            <a:ext cx="5508622" cy="479392"/>
          </a:xfrm>
        </p:spPr>
        <p:txBody>
          <a:bodyPr anchor="ctr">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26" name="Text Placeholder 7">
            <a:extLst>
              <a:ext uri="{FF2B5EF4-FFF2-40B4-BE49-F238E27FC236}">
                <a16:creationId xmlns:a16="http://schemas.microsoft.com/office/drawing/2014/main" id="{850450ED-D8D0-5A18-A7BF-54BBD07E39AB}"/>
              </a:ext>
            </a:extLst>
          </p:cNvPr>
          <p:cNvSpPr>
            <a:spLocks noGrp="1"/>
          </p:cNvSpPr>
          <p:nvPr>
            <p:ph type="body" sz="quarter" idx="43"/>
          </p:nvPr>
        </p:nvSpPr>
        <p:spPr>
          <a:xfrm>
            <a:off x="6095999" y="2229515"/>
            <a:ext cx="5508622" cy="479392"/>
          </a:xfrm>
        </p:spPr>
        <p:txBody>
          <a:bodyPr anchor="ctr">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28" name="Text Placeholder 7">
            <a:extLst>
              <a:ext uri="{FF2B5EF4-FFF2-40B4-BE49-F238E27FC236}">
                <a16:creationId xmlns:a16="http://schemas.microsoft.com/office/drawing/2014/main" id="{A6325838-C345-2166-5F47-C61FAB44DB94}"/>
              </a:ext>
            </a:extLst>
          </p:cNvPr>
          <p:cNvSpPr>
            <a:spLocks noGrp="1"/>
          </p:cNvSpPr>
          <p:nvPr>
            <p:ph type="body" sz="quarter" idx="44"/>
          </p:nvPr>
        </p:nvSpPr>
        <p:spPr>
          <a:xfrm>
            <a:off x="6095999" y="2865220"/>
            <a:ext cx="5508622" cy="479392"/>
          </a:xfrm>
        </p:spPr>
        <p:txBody>
          <a:bodyPr anchor="ctr">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30" name="Text Placeholder 7">
            <a:extLst>
              <a:ext uri="{FF2B5EF4-FFF2-40B4-BE49-F238E27FC236}">
                <a16:creationId xmlns:a16="http://schemas.microsoft.com/office/drawing/2014/main" id="{7B71EB35-E0C9-FBE8-297A-20127AA437E0}"/>
              </a:ext>
            </a:extLst>
          </p:cNvPr>
          <p:cNvSpPr>
            <a:spLocks noGrp="1"/>
          </p:cNvSpPr>
          <p:nvPr>
            <p:ph type="body" sz="quarter" idx="45"/>
          </p:nvPr>
        </p:nvSpPr>
        <p:spPr>
          <a:xfrm>
            <a:off x="6095999" y="3500925"/>
            <a:ext cx="5508622" cy="479392"/>
          </a:xfrm>
        </p:spPr>
        <p:txBody>
          <a:bodyPr anchor="ctr">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32" name="Text Placeholder 7">
            <a:extLst>
              <a:ext uri="{FF2B5EF4-FFF2-40B4-BE49-F238E27FC236}">
                <a16:creationId xmlns:a16="http://schemas.microsoft.com/office/drawing/2014/main" id="{38811872-21BD-9336-458C-FAB98ED9C24A}"/>
              </a:ext>
            </a:extLst>
          </p:cNvPr>
          <p:cNvSpPr>
            <a:spLocks noGrp="1"/>
          </p:cNvSpPr>
          <p:nvPr>
            <p:ph type="body" sz="quarter" idx="46"/>
          </p:nvPr>
        </p:nvSpPr>
        <p:spPr>
          <a:xfrm>
            <a:off x="6095999" y="4136630"/>
            <a:ext cx="5508622" cy="479392"/>
          </a:xfrm>
        </p:spPr>
        <p:txBody>
          <a:bodyPr anchor="ctr">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34" name="Text Placeholder 7">
            <a:extLst>
              <a:ext uri="{FF2B5EF4-FFF2-40B4-BE49-F238E27FC236}">
                <a16:creationId xmlns:a16="http://schemas.microsoft.com/office/drawing/2014/main" id="{C8C1A750-7515-B84F-C199-73130E46AF72}"/>
              </a:ext>
            </a:extLst>
          </p:cNvPr>
          <p:cNvSpPr>
            <a:spLocks noGrp="1"/>
          </p:cNvSpPr>
          <p:nvPr>
            <p:ph type="body" sz="quarter" idx="47"/>
          </p:nvPr>
        </p:nvSpPr>
        <p:spPr>
          <a:xfrm>
            <a:off x="6095999" y="4772335"/>
            <a:ext cx="5508622" cy="479392"/>
          </a:xfrm>
        </p:spPr>
        <p:txBody>
          <a:bodyPr anchor="ctr">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36" name="Text Placeholder 7">
            <a:extLst>
              <a:ext uri="{FF2B5EF4-FFF2-40B4-BE49-F238E27FC236}">
                <a16:creationId xmlns:a16="http://schemas.microsoft.com/office/drawing/2014/main" id="{47C34F69-9010-6487-488A-99190313DF95}"/>
              </a:ext>
            </a:extLst>
          </p:cNvPr>
          <p:cNvSpPr>
            <a:spLocks noGrp="1"/>
          </p:cNvSpPr>
          <p:nvPr>
            <p:ph type="body" sz="quarter" idx="48"/>
          </p:nvPr>
        </p:nvSpPr>
        <p:spPr>
          <a:xfrm>
            <a:off x="6095999" y="5408040"/>
            <a:ext cx="5508622" cy="479392"/>
          </a:xfrm>
        </p:spPr>
        <p:txBody>
          <a:bodyPr anchor="ctr">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155" name="Text Placeholder 154">
            <a:extLst>
              <a:ext uri="{FF2B5EF4-FFF2-40B4-BE49-F238E27FC236}">
                <a16:creationId xmlns:a16="http://schemas.microsoft.com/office/drawing/2014/main" id="{92F4F275-6BE5-73A5-5718-4DD03659E426}"/>
              </a:ext>
            </a:extLst>
          </p:cNvPr>
          <p:cNvSpPr>
            <a:spLocks noGrp="1"/>
          </p:cNvSpPr>
          <p:nvPr>
            <p:ph type="body" sz="quarter" idx="49" hasCustomPrompt="1"/>
          </p:nvPr>
        </p:nvSpPr>
        <p:spPr>
          <a:xfrm>
            <a:off x="5554925" y="5467547"/>
            <a:ext cx="360000" cy="360000"/>
          </a:xfrm>
          <a:prstGeom prst="ellipse">
            <a:avLst/>
          </a:prstGeom>
          <a:solidFill>
            <a:schemeClr val="accent2"/>
          </a:solidFill>
        </p:spPr>
        <p:txBody>
          <a:bodyPr wrap="square" anchor="ctr">
            <a:noAutofit/>
          </a:bodyPr>
          <a:lstStyle>
            <a:lvl1pPr>
              <a:lnSpc>
                <a:spcPct val="100000"/>
              </a:lnSpc>
              <a:spcBef>
                <a:spcPts val="0"/>
              </a:spcBef>
              <a:defRPr sz="1000">
                <a:solidFill>
                  <a:schemeClr val="accent1">
                    <a:alpha val="0"/>
                  </a:schemeClr>
                </a:solidFill>
              </a:defRPr>
            </a:lvl1pPr>
          </a:lstStyle>
          <a:p>
            <a:pPr lvl="0"/>
            <a:r>
              <a:rPr lang="en-GB" dirty="0"/>
              <a:t>.</a:t>
            </a:r>
          </a:p>
        </p:txBody>
      </p:sp>
      <p:sp>
        <p:nvSpPr>
          <p:cNvPr id="157" name="Text Placeholder 156">
            <a:extLst>
              <a:ext uri="{FF2B5EF4-FFF2-40B4-BE49-F238E27FC236}">
                <a16:creationId xmlns:a16="http://schemas.microsoft.com/office/drawing/2014/main" id="{9D58296F-CDAE-270E-EC6F-F77F7F648195}"/>
              </a:ext>
            </a:extLst>
          </p:cNvPr>
          <p:cNvSpPr>
            <a:spLocks noGrp="1"/>
          </p:cNvSpPr>
          <p:nvPr>
            <p:ph type="body" sz="quarter" idx="50" hasCustomPrompt="1"/>
          </p:nvPr>
        </p:nvSpPr>
        <p:spPr>
          <a:xfrm>
            <a:off x="5554925" y="4831869"/>
            <a:ext cx="360000" cy="360000"/>
          </a:xfrm>
          <a:prstGeom prst="ellipse">
            <a:avLst/>
          </a:prstGeom>
          <a:solidFill>
            <a:schemeClr val="accent2"/>
          </a:solidFill>
        </p:spPr>
        <p:txBody>
          <a:bodyPr wrap="square" anchor="ctr">
            <a:noAutofit/>
          </a:bodyPr>
          <a:lstStyle>
            <a:lvl1pPr>
              <a:lnSpc>
                <a:spcPct val="100000"/>
              </a:lnSpc>
              <a:spcBef>
                <a:spcPts val="0"/>
              </a:spcBef>
              <a:defRPr sz="1000">
                <a:solidFill>
                  <a:schemeClr val="accent1">
                    <a:alpha val="0"/>
                  </a:schemeClr>
                </a:solidFill>
              </a:defRPr>
            </a:lvl1pPr>
          </a:lstStyle>
          <a:p>
            <a:pPr lvl="0"/>
            <a:r>
              <a:rPr lang="en-GB" dirty="0"/>
              <a:t>.</a:t>
            </a:r>
          </a:p>
        </p:txBody>
      </p:sp>
      <p:sp>
        <p:nvSpPr>
          <p:cNvPr id="159" name="Text Placeholder 158">
            <a:extLst>
              <a:ext uri="{FF2B5EF4-FFF2-40B4-BE49-F238E27FC236}">
                <a16:creationId xmlns:a16="http://schemas.microsoft.com/office/drawing/2014/main" id="{21D643C1-238E-1766-151C-8F1C30436079}"/>
              </a:ext>
            </a:extLst>
          </p:cNvPr>
          <p:cNvSpPr>
            <a:spLocks noGrp="1"/>
          </p:cNvSpPr>
          <p:nvPr>
            <p:ph type="body" sz="quarter" idx="51" hasCustomPrompt="1"/>
          </p:nvPr>
        </p:nvSpPr>
        <p:spPr>
          <a:xfrm>
            <a:off x="5554925" y="4196191"/>
            <a:ext cx="360000" cy="360000"/>
          </a:xfrm>
          <a:prstGeom prst="ellipse">
            <a:avLst/>
          </a:prstGeom>
          <a:solidFill>
            <a:schemeClr val="accent2"/>
          </a:solidFill>
        </p:spPr>
        <p:txBody>
          <a:bodyPr wrap="square" anchor="ctr">
            <a:noAutofit/>
          </a:bodyPr>
          <a:lstStyle>
            <a:lvl1pPr>
              <a:lnSpc>
                <a:spcPct val="100000"/>
              </a:lnSpc>
              <a:spcBef>
                <a:spcPts val="0"/>
              </a:spcBef>
              <a:defRPr sz="1000">
                <a:solidFill>
                  <a:schemeClr val="accent1">
                    <a:alpha val="0"/>
                  </a:schemeClr>
                </a:solidFill>
              </a:defRPr>
            </a:lvl1pPr>
          </a:lstStyle>
          <a:p>
            <a:pPr lvl="0"/>
            <a:r>
              <a:rPr lang="en-GB" dirty="0"/>
              <a:t>.</a:t>
            </a:r>
          </a:p>
        </p:txBody>
      </p:sp>
      <p:sp>
        <p:nvSpPr>
          <p:cNvPr id="161" name="Text Placeholder 160">
            <a:extLst>
              <a:ext uri="{FF2B5EF4-FFF2-40B4-BE49-F238E27FC236}">
                <a16:creationId xmlns:a16="http://schemas.microsoft.com/office/drawing/2014/main" id="{F3BEE4B6-793E-797E-324E-91E9B2D72829}"/>
              </a:ext>
            </a:extLst>
          </p:cNvPr>
          <p:cNvSpPr>
            <a:spLocks noGrp="1"/>
          </p:cNvSpPr>
          <p:nvPr>
            <p:ph type="body" sz="quarter" idx="52" hasCustomPrompt="1"/>
          </p:nvPr>
        </p:nvSpPr>
        <p:spPr>
          <a:xfrm>
            <a:off x="5554925" y="3560513"/>
            <a:ext cx="360000" cy="360000"/>
          </a:xfrm>
          <a:prstGeom prst="ellipse">
            <a:avLst/>
          </a:prstGeom>
          <a:solidFill>
            <a:schemeClr val="accent2"/>
          </a:solidFill>
        </p:spPr>
        <p:txBody>
          <a:bodyPr wrap="square" anchor="ctr">
            <a:noAutofit/>
          </a:bodyPr>
          <a:lstStyle>
            <a:lvl1pPr>
              <a:lnSpc>
                <a:spcPct val="100000"/>
              </a:lnSpc>
              <a:spcBef>
                <a:spcPts val="0"/>
              </a:spcBef>
              <a:defRPr sz="1000">
                <a:solidFill>
                  <a:schemeClr val="accent1">
                    <a:alpha val="0"/>
                  </a:schemeClr>
                </a:solidFill>
              </a:defRPr>
            </a:lvl1pPr>
          </a:lstStyle>
          <a:p>
            <a:pPr lvl="0"/>
            <a:r>
              <a:rPr lang="en-GB" dirty="0"/>
              <a:t>.</a:t>
            </a:r>
          </a:p>
        </p:txBody>
      </p:sp>
      <p:sp>
        <p:nvSpPr>
          <p:cNvPr id="163" name="Text Placeholder 162">
            <a:extLst>
              <a:ext uri="{FF2B5EF4-FFF2-40B4-BE49-F238E27FC236}">
                <a16:creationId xmlns:a16="http://schemas.microsoft.com/office/drawing/2014/main" id="{A97A2C97-DBB2-39C5-96E5-B11DA3F1715E}"/>
              </a:ext>
            </a:extLst>
          </p:cNvPr>
          <p:cNvSpPr>
            <a:spLocks noGrp="1"/>
          </p:cNvSpPr>
          <p:nvPr>
            <p:ph type="body" sz="quarter" idx="53" hasCustomPrompt="1"/>
          </p:nvPr>
        </p:nvSpPr>
        <p:spPr>
          <a:xfrm>
            <a:off x="5554925" y="2924835"/>
            <a:ext cx="360000" cy="360000"/>
          </a:xfrm>
          <a:prstGeom prst="ellipse">
            <a:avLst/>
          </a:prstGeom>
          <a:solidFill>
            <a:schemeClr val="accent2"/>
          </a:solidFill>
        </p:spPr>
        <p:txBody>
          <a:bodyPr wrap="square" anchor="ctr">
            <a:noAutofit/>
          </a:bodyPr>
          <a:lstStyle>
            <a:lvl1pPr>
              <a:lnSpc>
                <a:spcPct val="100000"/>
              </a:lnSpc>
              <a:spcBef>
                <a:spcPts val="0"/>
              </a:spcBef>
              <a:defRPr sz="1000">
                <a:solidFill>
                  <a:schemeClr val="accent1">
                    <a:alpha val="0"/>
                  </a:schemeClr>
                </a:solidFill>
              </a:defRPr>
            </a:lvl1pPr>
          </a:lstStyle>
          <a:p>
            <a:pPr lvl="0"/>
            <a:r>
              <a:rPr lang="en-GB" dirty="0"/>
              <a:t>.</a:t>
            </a:r>
          </a:p>
        </p:txBody>
      </p:sp>
      <p:sp>
        <p:nvSpPr>
          <p:cNvPr id="165" name="Text Placeholder 164">
            <a:extLst>
              <a:ext uri="{FF2B5EF4-FFF2-40B4-BE49-F238E27FC236}">
                <a16:creationId xmlns:a16="http://schemas.microsoft.com/office/drawing/2014/main" id="{202122BE-48F9-8908-D226-EED1569501BC}"/>
              </a:ext>
            </a:extLst>
          </p:cNvPr>
          <p:cNvSpPr>
            <a:spLocks noGrp="1"/>
          </p:cNvSpPr>
          <p:nvPr>
            <p:ph type="body" sz="quarter" idx="54" hasCustomPrompt="1"/>
          </p:nvPr>
        </p:nvSpPr>
        <p:spPr>
          <a:xfrm>
            <a:off x="5554925" y="2289157"/>
            <a:ext cx="360000" cy="360000"/>
          </a:xfrm>
          <a:prstGeom prst="ellipse">
            <a:avLst/>
          </a:prstGeom>
          <a:solidFill>
            <a:schemeClr val="accent2"/>
          </a:solidFill>
        </p:spPr>
        <p:txBody>
          <a:bodyPr wrap="square" anchor="ctr">
            <a:noAutofit/>
          </a:bodyPr>
          <a:lstStyle>
            <a:lvl1pPr>
              <a:lnSpc>
                <a:spcPct val="100000"/>
              </a:lnSpc>
              <a:spcBef>
                <a:spcPts val="0"/>
              </a:spcBef>
              <a:defRPr sz="1000">
                <a:solidFill>
                  <a:schemeClr val="accent1">
                    <a:alpha val="0"/>
                  </a:schemeClr>
                </a:solidFill>
              </a:defRPr>
            </a:lvl1pPr>
          </a:lstStyle>
          <a:p>
            <a:pPr lvl="0"/>
            <a:r>
              <a:rPr lang="en-GB" dirty="0"/>
              <a:t>.</a:t>
            </a:r>
          </a:p>
        </p:txBody>
      </p:sp>
      <p:sp>
        <p:nvSpPr>
          <p:cNvPr id="167" name="Text Placeholder 166">
            <a:extLst>
              <a:ext uri="{FF2B5EF4-FFF2-40B4-BE49-F238E27FC236}">
                <a16:creationId xmlns:a16="http://schemas.microsoft.com/office/drawing/2014/main" id="{47DDC361-8AA7-2141-BE0A-220F99D68116}"/>
              </a:ext>
            </a:extLst>
          </p:cNvPr>
          <p:cNvSpPr>
            <a:spLocks noGrp="1"/>
          </p:cNvSpPr>
          <p:nvPr>
            <p:ph type="body" sz="quarter" idx="55" hasCustomPrompt="1"/>
          </p:nvPr>
        </p:nvSpPr>
        <p:spPr>
          <a:xfrm>
            <a:off x="5554925" y="1653479"/>
            <a:ext cx="360000" cy="360000"/>
          </a:xfrm>
          <a:prstGeom prst="ellipse">
            <a:avLst/>
          </a:prstGeom>
          <a:solidFill>
            <a:schemeClr val="accent2"/>
          </a:solidFill>
        </p:spPr>
        <p:txBody>
          <a:bodyPr wrap="square" anchor="ctr">
            <a:noAutofit/>
          </a:bodyPr>
          <a:lstStyle>
            <a:lvl1pPr>
              <a:lnSpc>
                <a:spcPct val="100000"/>
              </a:lnSpc>
              <a:spcBef>
                <a:spcPts val="0"/>
              </a:spcBef>
              <a:defRPr sz="1000">
                <a:solidFill>
                  <a:schemeClr val="accent1">
                    <a:alpha val="0"/>
                  </a:schemeClr>
                </a:solidFill>
              </a:defRPr>
            </a:lvl1pPr>
          </a:lstStyle>
          <a:p>
            <a:pPr lvl="0"/>
            <a:r>
              <a:rPr lang="en-GB" dirty="0"/>
              <a:t>.</a:t>
            </a:r>
          </a:p>
        </p:txBody>
      </p:sp>
      <p:sp>
        <p:nvSpPr>
          <p:cNvPr id="169" name="Text Placeholder 168">
            <a:extLst>
              <a:ext uri="{FF2B5EF4-FFF2-40B4-BE49-F238E27FC236}">
                <a16:creationId xmlns:a16="http://schemas.microsoft.com/office/drawing/2014/main" id="{566649C4-3A3B-110B-14FD-F614BA069B8E}"/>
              </a:ext>
            </a:extLst>
          </p:cNvPr>
          <p:cNvSpPr>
            <a:spLocks noGrp="1"/>
          </p:cNvSpPr>
          <p:nvPr>
            <p:ph type="body" sz="quarter" idx="56" hasCustomPrompt="1"/>
          </p:nvPr>
        </p:nvSpPr>
        <p:spPr>
          <a:xfrm>
            <a:off x="5554925" y="1017801"/>
            <a:ext cx="360000" cy="360000"/>
          </a:xfrm>
          <a:prstGeom prst="ellipse">
            <a:avLst/>
          </a:prstGeom>
          <a:solidFill>
            <a:schemeClr val="accent2"/>
          </a:solidFill>
        </p:spPr>
        <p:txBody>
          <a:bodyPr wrap="square" anchor="ctr">
            <a:noAutofit/>
          </a:bodyPr>
          <a:lstStyle>
            <a:lvl1pPr>
              <a:lnSpc>
                <a:spcPct val="100000"/>
              </a:lnSpc>
              <a:spcBef>
                <a:spcPts val="0"/>
              </a:spcBef>
              <a:defRPr sz="1000">
                <a:solidFill>
                  <a:schemeClr val="accent1">
                    <a:alpha val="0"/>
                  </a:schemeClr>
                </a:solidFill>
              </a:defRPr>
            </a:lvl1pPr>
          </a:lstStyle>
          <a:p>
            <a:pPr lvl="0"/>
            <a:r>
              <a:rPr lang="en-GB" dirty="0"/>
              <a:t>.</a:t>
            </a:r>
          </a:p>
        </p:txBody>
      </p:sp>
    </p:spTree>
    <p:extLst>
      <p:ext uri="{BB962C8B-B14F-4D97-AF65-F5344CB8AC3E}">
        <p14:creationId xmlns:p14="http://schemas.microsoft.com/office/powerpoint/2010/main" val="17660082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S03V2">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C19E034C-1D99-06F7-97F5-2AC8D9ABDEAB}"/>
              </a:ext>
            </a:extLst>
          </p:cNvPr>
          <p:cNvSpPr>
            <a:spLocks noGrp="1"/>
          </p:cNvSpPr>
          <p:nvPr>
            <p:ph type="title"/>
          </p:nvPr>
        </p:nvSpPr>
        <p:spPr>
          <a:xfrm>
            <a:off x="584200" y="3429000"/>
            <a:ext cx="3495675" cy="2844800"/>
          </a:xfrm>
          <a:prstGeom prst="rect">
            <a:avLst/>
          </a:prstGeom>
        </p:spPr>
        <p:txBody>
          <a:bodyPr anchor="ctr">
            <a:noAutofit/>
          </a:bodyPr>
          <a:lstStyle>
            <a:lvl1pPr>
              <a:defRPr>
                <a:solidFill>
                  <a:schemeClr val="tx1"/>
                </a:solidFill>
              </a:defRPr>
            </a:lvl1pPr>
          </a:lstStyle>
          <a:p>
            <a:r>
              <a:rPr lang="en-US" dirty="0"/>
              <a:t>Click to edit Master title style</a:t>
            </a:r>
            <a:endParaRPr lang="en-ID" dirty="0"/>
          </a:p>
        </p:txBody>
      </p:sp>
      <p:sp>
        <p:nvSpPr>
          <p:cNvPr id="12" name="Text Placeholder 7">
            <a:extLst>
              <a:ext uri="{FF2B5EF4-FFF2-40B4-BE49-F238E27FC236}">
                <a16:creationId xmlns:a16="http://schemas.microsoft.com/office/drawing/2014/main" id="{73DE5B6F-6582-3BB5-FD64-58F4F2D8A9CB}"/>
              </a:ext>
            </a:extLst>
          </p:cNvPr>
          <p:cNvSpPr>
            <a:spLocks noGrp="1"/>
          </p:cNvSpPr>
          <p:nvPr>
            <p:ph type="body" sz="quarter" idx="16"/>
          </p:nvPr>
        </p:nvSpPr>
        <p:spPr>
          <a:xfrm>
            <a:off x="6095999" y="3632725"/>
            <a:ext cx="5508622" cy="479392"/>
          </a:xfrm>
        </p:spPr>
        <p:txBody>
          <a:bodyPr anchor="ctr">
            <a:noAutofit/>
          </a:bodyPr>
          <a:lstStyle>
            <a:lvl1pPr>
              <a:lnSpc>
                <a:spcPct val="100000"/>
              </a:lnSpc>
              <a:spcBef>
                <a:spcPts val="0"/>
              </a:spcBef>
              <a:defRPr sz="1800">
                <a:solidFill>
                  <a:schemeClr val="tx1"/>
                </a:solidFill>
              </a:defRPr>
            </a:lvl1pPr>
          </a:lstStyle>
          <a:p>
            <a:pPr lvl="0"/>
            <a:r>
              <a:rPr lang="en-GB" dirty="0"/>
              <a:t>Click to edit Master text styles</a:t>
            </a:r>
          </a:p>
        </p:txBody>
      </p:sp>
      <p:sp>
        <p:nvSpPr>
          <p:cNvPr id="24" name="Text Placeholder 7">
            <a:extLst>
              <a:ext uri="{FF2B5EF4-FFF2-40B4-BE49-F238E27FC236}">
                <a16:creationId xmlns:a16="http://schemas.microsoft.com/office/drawing/2014/main" id="{8FA5B8D7-FD66-9FC0-F128-F6C95AA2023A}"/>
              </a:ext>
            </a:extLst>
          </p:cNvPr>
          <p:cNvSpPr>
            <a:spLocks noGrp="1"/>
          </p:cNvSpPr>
          <p:nvPr>
            <p:ph type="body" sz="quarter" idx="42"/>
          </p:nvPr>
        </p:nvSpPr>
        <p:spPr>
          <a:xfrm>
            <a:off x="6095999" y="4268430"/>
            <a:ext cx="5508622" cy="479392"/>
          </a:xfrm>
        </p:spPr>
        <p:txBody>
          <a:bodyPr anchor="ctr">
            <a:noAutofit/>
          </a:bodyPr>
          <a:lstStyle>
            <a:lvl1pPr>
              <a:lnSpc>
                <a:spcPct val="100000"/>
              </a:lnSpc>
              <a:spcBef>
                <a:spcPts val="0"/>
              </a:spcBef>
              <a:defRPr sz="1800">
                <a:solidFill>
                  <a:schemeClr val="tx1"/>
                </a:solidFill>
              </a:defRPr>
            </a:lvl1pPr>
          </a:lstStyle>
          <a:p>
            <a:pPr lvl="0"/>
            <a:r>
              <a:rPr lang="en-GB" dirty="0"/>
              <a:t>Click to edit Master text styles</a:t>
            </a:r>
          </a:p>
        </p:txBody>
      </p:sp>
      <p:sp>
        <p:nvSpPr>
          <p:cNvPr id="26" name="Text Placeholder 7">
            <a:extLst>
              <a:ext uri="{FF2B5EF4-FFF2-40B4-BE49-F238E27FC236}">
                <a16:creationId xmlns:a16="http://schemas.microsoft.com/office/drawing/2014/main" id="{850450ED-D8D0-5A18-A7BF-54BBD07E39AB}"/>
              </a:ext>
            </a:extLst>
          </p:cNvPr>
          <p:cNvSpPr>
            <a:spLocks noGrp="1"/>
          </p:cNvSpPr>
          <p:nvPr>
            <p:ph type="body" sz="quarter" idx="43"/>
          </p:nvPr>
        </p:nvSpPr>
        <p:spPr>
          <a:xfrm>
            <a:off x="6095999" y="4904135"/>
            <a:ext cx="5508622" cy="479392"/>
          </a:xfrm>
        </p:spPr>
        <p:txBody>
          <a:bodyPr anchor="ctr">
            <a:noAutofit/>
          </a:bodyPr>
          <a:lstStyle>
            <a:lvl1pPr>
              <a:lnSpc>
                <a:spcPct val="100000"/>
              </a:lnSpc>
              <a:spcBef>
                <a:spcPts val="0"/>
              </a:spcBef>
              <a:defRPr sz="1800">
                <a:solidFill>
                  <a:schemeClr val="tx1"/>
                </a:solidFill>
              </a:defRPr>
            </a:lvl1pPr>
          </a:lstStyle>
          <a:p>
            <a:pPr lvl="0"/>
            <a:r>
              <a:rPr lang="en-GB" dirty="0"/>
              <a:t>Click to edit Master text styles</a:t>
            </a:r>
          </a:p>
        </p:txBody>
      </p:sp>
      <p:sp>
        <p:nvSpPr>
          <p:cNvPr id="28" name="Text Placeholder 7">
            <a:extLst>
              <a:ext uri="{FF2B5EF4-FFF2-40B4-BE49-F238E27FC236}">
                <a16:creationId xmlns:a16="http://schemas.microsoft.com/office/drawing/2014/main" id="{A6325838-C345-2166-5F47-C61FAB44DB94}"/>
              </a:ext>
            </a:extLst>
          </p:cNvPr>
          <p:cNvSpPr>
            <a:spLocks noGrp="1"/>
          </p:cNvSpPr>
          <p:nvPr>
            <p:ph type="body" sz="quarter" idx="44"/>
          </p:nvPr>
        </p:nvSpPr>
        <p:spPr>
          <a:xfrm>
            <a:off x="6095999" y="5539840"/>
            <a:ext cx="5508622" cy="479392"/>
          </a:xfrm>
        </p:spPr>
        <p:txBody>
          <a:bodyPr anchor="ctr">
            <a:noAutofit/>
          </a:bodyPr>
          <a:lstStyle>
            <a:lvl1pPr>
              <a:lnSpc>
                <a:spcPct val="100000"/>
              </a:lnSpc>
              <a:spcBef>
                <a:spcPts val="0"/>
              </a:spcBef>
              <a:defRPr sz="1800">
                <a:solidFill>
                  <a:schemeClr val="tx1"/>
                </a:solidFill>
              </a:defRPr>
            </a:lvl1pPr>
          </a:lstStyle>
          <a:p>
            <a:pPr lvl="0"/>
            <a:r>
              <a:rPr lang="en-GB" dirty="0"/>
              <a:t>Click to edit Master text styles</a:t>
            </a:r>
          </a:p>
        </p:txBody>
      </p:sp>
      <p:sp>
        <p:nvSpPr>
          <p:cNvPr id="163" name="Text Placeholder 162">
            <a:extLst>
              <a:ext uri="{FF2B5EF4-FFF2-40B4-BE49-F238E27FC236}">
                <a16:creationId xmlns:a16="http://schemas.microsoft.com/office/drawing/2014/main" id="{A97A2C97-DBB2-39C5-96E5-B11DA3F1715E}"/>
              </a:ext>
            </a:extLst>
          </p:cNvPr>
          <p:cNvSpPr>
            <a:spLocks noGrp="1"/>
          </p:cNvSpPr>
          <p:nvPr>
            <p:ph type="body" sz="quarter" idx="53" hasCustomPrompt="1"/>
          </p:nvPr>
        </p:nvSpPr>
        <p:spPr>
          <a:xfrm>
            <a:off x="5554925" y="5599455"/>
            <a:ext cx="360000" cy="360000"/>
          </a:xfrm>
          <a:prstGeom prst="ellipse">
            <a:avLst/>
          </a:prstGeom>
          <a:solidFill>
            <a:schemeClr val="accent5"/>
          </a:solidFill>
        </p:spPr>
        <p:txBody>
          <a:bodyPr wrap="square" anchor="ctr">
            <a:noAutofit/>
          </a:bodyPr>
          <a:lstStyle>
            <a:lvl1pPr>
              <a:lnSpc>
                <a:spcPct val="100000"/>
              </a:lnSpc>
              <a:spcBef>
                <a:spcPts val="0"/>
              </a:spcBef>
              <a:defRPr sz="1000">
                <a:solidFill>
                  <a:schemeClr val="accent1">
                    <a:alpha val="0"/>
                  </a:schemeClr>
                </a:solidFill>
              </a:defRPr>
            </a:lvl1pPr>
          </a:lstStyle>
          <a:p>
            <a:pPr lvl="0"/>
            <a:r>
              <a:rPr lang="en-GB" dirty="0"/>
              <a:t>.</a:t>
            </a:r>
          </a:p>
        </p:txBody>
      </p:sp>
      <p:sp>
        <p:nvSpPr>
          <p:cNvPr id="165" name="Text Placeholder 164">
            <a:extLst>
              <a:ext uri="{FF2B5EF4-FFF2-40B4-BE49-F238E27FC236}">
                <a16:creationId xmlns:a16="http://schemas.microsoft.com/office/drawing/2014/main" id="{202122BE-48F9-8908-D226-EED1569501BC}"/>
              </a:ext>
            </a:extLst>
          </p:cNvPr>
          <p:cNvSpPr>
            <a:spLocks noGrp="1"/>
          </p:cNvSpPr>
          <p:nvPr>
            <p:ph type="body" sz="quarter" idx="54" hasCustomPrompt="1"/>
          </p:nvPr>
        </p:nvSpPr>
        <p:spPr>
          <a:xfrm>
            <a:off x="5554925" y="4963777"/>
            <a:ext cx="360000" cy="360000"/>
          </a:xfrm>
          <a:prstGeom prst="ellipse">
            <a:avLst/>
          </a:prstGeom>
          <a:solidFill>
            <a:schemeClr val="accent5"/>
          </a:solidFill>
        </p:spPr>
        <p:txBody>
          <a:bodyPr wrap="square" anchor="ctr">
            <a:noAutofit/>
          </a:bodyPr>
          <a:lstStyle>
            <a:lvl1pPr>
              <a:lnSpc>
                <a:spcPct val="100000"/>
              </a:lnSpc>
              <a:spcBef>
                <a:spcPts val="0"/>
              </a:spcBef>
              <a:defRPr sz="1000">
                <a:solidFill>
                  <a:schemeClr val="accent1">
                    <a:alpha val="0"/>
                  </a:schemeClr>
                </a:solidFill>
              </a:defRPr>
            </a:lvl1pPr>
          </a:lstStyle>
          <a:p>
            <a:pPr lvl="0"/>
            <a:r>
              <a:rPr lang="en-GB" dirty="0"/>
              <a:t>.</a:t>
            </a:r>
          </a:p>
        </p:txBody>
      </p:sp>
      <p:sp>
        <p:nvSpPr>
          <p:cNvPr id="167" name="Text Placeholder 166">
            <a:extLst>
              <a:ext uri="{FF2B5EF4-FFF2-40B4-BE49-F238E27FC236}">
                <a16:creationId xmlns:a16="http://schemas.microsoft.com/office/drawing/2014/main" id="{47DDC361-8AA7-2141-BE0A-220F99D68116}"/>
              </a:ext>
            </a:extLst>
          </p:cNvPr>
          <p:cNvSpPr>
            <a:spLocks noGrp="1"/>
          </p:cNvSpPr>
          <p:nvPr>
            <p:ph type="body" sz="quarter" idx="55" hasCustomPrompt="1"/>
          </p:nvPr>
        </p:nvSpPr>
        <p:spPr>
          <a:xfrm>
            <a:off x="5554925" y="4328099"/>
            <a:ext cx="360000" cy="360000"/>
          </a:xfrm>
          <a:prstGeom prst="ellipse">
            <a:avLst/>
          </a:prstGeom>
          <a:solidFill>
            <a:schemeClr val="accent5"/>
          </a:solidFill>
        </p:spPr>
        <p:txBody>
          <a:bodyPr wrap="square" anchor="ctr">
            <a:noAutofit/>
          </a:bodyPr>
          <a:lstStyle>
            <a:lvl1pPr>
              <a:lnSpc>
                <a:spcPct val="100000"/>
              </a:lnSpc>
              <a:spcBef>
                <a:spcPts val="0"/>
              </a:spcBef>
              <a:defRPr sz="1000">
                <a:solidFill>
                  <a:schemeClr val="accent1">
                    <a:alpha val="0"/>
                  </a:schemeClr>
                </a:solidFill>
              </a:defRPr>
            </a:lvl1pPr>
          </a:lstStyle>
          <a:p>
            <a:pPr lvl="0"/>
            <a:r>
              <a:rPr lang="en-GB" dirty="0"/>
              <a:t>.</a:t>
            </a:r>
          </a:p>
        </p:txBody>
      </p:sp>
      <p:sp>
        <p:nvSpPr>
          <p:cNvPr id="169" name="Text Placeholder 168">
            <a:extLst>
              <a:ext uri="{FF2B5EF4-FFF2-40B4-BE49-F238E27FC236}">
                <a16:creationId xmlns:a16="http://schemas.microsoft.com/office/drawing/2014/main" id="{566649C4-3A3B-110B-14FD-F614BA069B8E}"/>
              </a:ext>
            </a:extLst>
          </p:cNvPr>
          <p:cNvSpPr>
            <a:spLocks noGrp="1"/>
          </p:cNvSpPr>
          <p:nvPr>
            <p:ph type="body" sz="quarter" idx="56" hasCustomPrompt="1"/>
          </p:nvPr>
        </p:nvSpPr>
        <p:spPr>
          <a:xfrm>
            <a:off x="5554925" y="3692421"/>
            <a:ext cx="360000" cy="360000"/>
          </a:xfrm>
          <a:prstGeom prst="ellipse">
            <a:avLst/>
          </a:prstGeom>
          <a:solidFill>
            <a:schemeClr val="accent5"/>
          </a:solidFill>
        </p:spPr>
        <p:txBody>
          <a:bodyPr wrap="square" anchor="ctr">
            <a:noAutofit/>
          </a:bodyPr>
          <a:lstStyle>
            <a:lvl1pPr>
              <a:lnSpc>
                <a:spcPct val="100000"/>
              </a:lnSpc>
              <a:spcBef>
                <a:spcPts val="0"/>
              </a:spcBef>
              <a:defRPr sz="1000">
                <a:solidFill>
                  <a:schemeClr val="accent1">
                    <a:alpha val="0"/>
                  </a:schemeClr>
                </a:solidFill>
              </a:defRPr>
            </a:lvl1pPr>
          </a:lstStyle>
          <a:p>
            <a:pPr lvl="0"/>
            <a:r>
              <a:rPr lang="en-GB" dirty="0"/>
              <a:t>.</a:t>
            </a:r>
          </a:p>
        </p:txBody>
      </p:sp>
      <p:sp>
        <p:nvSpPr>
          <p:cNvPr id="2" name="Picture Placeholder 26">
            <a:extLst>
              <a:ext uri="{FF2B5EF4-FFF2-40B4-BE49-F238E27FC236}">
                <a16:creationId xmlns:a16="http://schemas.microsoft.com/office/drawing/2014/main" id="{377EB581-4A7C-ADA1-8996-2DE94FFA5B10}"/>
              </a:ext>
            </a:extLst>
          </p:cNvPr>
          <p:cNvSpPr>
            <a:spLocks noGrp="1"/>
          </p:cNvSpPr>
          <p:nvPr>
            <p:ph type="pic" sz="quarter" idx="13"/>
          </p:nvPr>
        </p:nvSpPr>
        <p:spPr>
          <a:xfrm>
            <a:off x="0" y="597493"/>
            <a:ext cx="12191999" cy="2326642"/>
          </a:xfrm>
          <a:prstGeom prst="rect">
            <a:avLst/>
          </a:prstGeom>
          <a:pattFill prst="pct5">
            <a:fgClr>
              <a:schemeClr val="accent6"/>
            </a:fgClr>
            <a:bgClr>
              <a:schemeClr val="accent4"/>
            </a:bgClr>
          </a:pattFill>
        </p:spPr>
        <p:txBody>
          <a:bodyPr vert="horz" wrap="square" lIns="91440" tIns="45720" rIns="91440" bIns="45720" rtlCol="0" anchor="t">
            <a:noAutofit/>
          </a:bodyPr>
          <a:lstStyle>
            <a:lvl1pPr>
              <a:defRPr lang="en-ID" sz="1400" dirty="0"/>
            </a:lvl1pPr>
          </a:lstStyle>
          <a:p>
            <a:pPr lvl="0" algn="ctr"/>
            <a:endParaRPr lang="en-ID" dirty="0"/>
          </a:p>
        </p:txBody>
      </p:sp>
    </p:spTree>
    <p:extLst>
      <p:ext uri="{BB962C8B-B14F-4D97-AF65-F5344CB8AC3E}">
        <p14:creationId xmlns:p14="http://schemas.microsoft.com/office/powerpoint/2010/main" val="33446007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ummary S04V1">
    <p:bg>
      <p:bgPr>
        <a:solidFill>
          <a:schemeClr val="bg2">
            <a:alpha val="30000"/>
          </a:schemeClr>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12" name="Text Placeholder 7">
            <a:extLst>
              <a:ext uri="{FF2B5EF4-FFF2-40B4-BE49-F238E27FC236}">
                <a16:creationId xmlns:a16="http://schemas.microsoft.com/office/drawing/2014/main" id="{73DE5B6F-6582-3BB5-FD64-58F4F2D8A9CB}"/>
              </a:ext>
            </a:extLst>
          </p:cNvPr>
          <p:cNvSpPr>
            <a:spLocks noGrp="1"/>
          </p:cNvSpPr>
          <p:nvPr>
            <p:ph type="body" sz="quarter" idx="16"/>
          </p:nvPr>
        </p:nvSpPr>
        <p:spPr>
          <a:xfrm>
            <a:off x="3152513" y="1102660"/>
            <a:ext cx="7012250" cy="785310"/>
          </a:xfrm>
        </p:spPr>
        <p:txBody>
          <a:bodyPr anchor="ctr">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24" name="Text Placeholder 7">
            <a:extLst>
              <a:ext uri="{FF2B5EF4-FFF2-40B4-BE49-F238E27FC236}">
                <a16:creationId xmlns:a16="http://schemas.microsoft.com/office/drawing/2014/main" id="{8FA5B8D7-FD66-9FC0-F128-F6C95AA2023A}"/>
              </a:ext>
            </a:extLst>
          </p:cNvPr>
          <p:cNvSpPr>
            <a:spLocks noGrp="1"/>
          </p:cNvSpPr>
          <p:nvPr>
            <p:ph type="body" sz="quarter" idx="42"/>
          </p:nvPr>
        </p:nvSpPr>
        <p:spPr>
          <a:xfrm>
            <a:off x="3152513" y="2074264"/>
            <a:ext cx="7012250" cy="785310"/>
          </a:xfrm>
        </p:spPr>
        <p:txBody>
          <a:bodyPr anchor="ctr">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26" name="Text Placeholder 7">
            <a:extLst>
              <a:ext uri="{FF2B5EF4-FFF2-40B4-BE49-F238E27FC236}">
                <a16:creationId xmlns:a16="http://schemas.microsoft.com/office/drawing/2014/main" id="{850450ED-D8D0-5A18-A7BF-54BBD07E39AB}"/>
              </a:ext>
            </a:extLst>
          </p:cNvPr>
          <p:cNvSpPr>
            <a:spLocks noGrp="1"/>
          </p:cNvSpPr>
          <p:nvPr>
            <p:ph type="body" sz="quarter" idx="43"/>
          </p:nvPr>
        </p:nvSpPr>
        <p:spPr>
          <a:xfrm>
            <a:off x="3152513" y="3045868"/>
            <a:ext cx="7012250" cy="785310"/>
          </a:xfrm>
        </p:spPr>
        <p:txBody>
          <a:bodyPr anchor="ctr">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28" name="Text Placeholder 7">
            <a:extLst>
              <a:ext uri="{FF2B5EF4-FFF2-40B4-BE49-F238E27FC236}">
                <a16:creationId xmlns:a16="http://schemas.microsoft.com/office/drawing/2014/main" id="{A6325838-C345-2166-5F47-C61FAB44DB94}"/>
              </a:ext>
            </a:extLst>
          </p:cNvPr>
          <p:cNvSpPr>
            <a:spLocks noGrp="1"/>
          </p:cNvSpPr>
          <p:nvPr>
            <p:ph type="body" sz="quarter" idx="44"/>
          </p:nvPr>
        </p:nvSpPr>
        <p:spPr>
          <a:xfrm>
            <a:off x="3152513" y="4017472"/>
            <a:ext cx="7012250" cy="785310"/>
          </a:xfrm>
        </p:spPr>
        <p:txBody>
          <a:bodyPr anchor="ctr">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30" name="Text Placeholder 7">
            <a:extLst>
              <a:ext uri="{FF2B5EF4-FFF2-40B4-BE49-F238E27FC236}">
                <a16:creationId xmlns:a16="http://schemas.microsoft.com/office/drawing/2014/main" id="{7B71EB35-E0C9-FBE8-297A-20127AA437E0}"/>
              </a:ext>
            </a:extLst>
          </p:cNvPr>
          <p:cNvSpPr>
            <a:spLocks noGrp="1"/>
          </p:cNvSpPr>
          <p:nvPr>
            <p:ph type="body" sz="quarter" idx="45"/>
          </p:nvPr>
        </p:nvSpPr>
        <p:spPr>
          <a:xfrm>
            <a:off x="3152513" y="4989077"/>
            <a:ext cx="7012250" cy="785310"/>
          </a:xfrm>
        </p:spPr>
        <p:txBody>
          <a:bodyPr anchor="ctr">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161" name="Text Placeholder 160">
            <a:extLst>
              <a:ext uri="{FF2B5EF4-FFF2-40B4-BE49-F238E27FC236}">
                <a16:creationId xmlns:a16="http://schemas.microsoft.com/office/drawing/2014/main" id="{F3BEE4B6-793E-797E-324E-91E9B2D72829}"/>
              </a:ext>
            </a:extLst>
          </p:cNvPr>
          <p:cNvSpPr>
            <a:spLocks noGrp="1"/>
          </p:cNvSpPr>
          <p:nvPr>
            <p:ph type="body" sz="quarter" idx="52" hasCustomPrompt="1"/>
          </p:nvPr>
        </p:nvSpPr>
        <p:spPr>
          <a:xfrm>
            <a:off x="2611439" y="5201624"/>
            <a:ext cx="360000" cy="360000"/>
          </a:xfrm>
          <a:prstGeom prst="ellipse">
            <a:avLst/>
          </a:prstGeom>
          <a:solidFill>
            <a:schemeClr val="accent2"/>
          </a:solidFill>
        </p:spPr>
        <p:txBody>
          <a:bodyPr wrap="square" anchor="ctr">
            <a:noAutofit/>
          </a:bodyPr>
          <a:lstStyle>
            <a:lvl1pPr>
              <a:lnSpc>
                <a:spcPct val="100000"/>
              </a:lnSpc>
              <a:spcBef>
                <a:spcPts val="0"/>
              </a:spcBef>
              <a:defRPr sz="1000">
                <a:solidFill>
                  <a:schemeClr val="accent1">
                    <a:alpha val="0"/>
                  </a:schemeClr>
                </a:solidFill>
              </a:defRPr>
            </a:lvl1pPr>
          </a:lstStyle>
          <a:p>
            <a:pPr lvl="0"/>
            <a:r>
              <a:rPr lang="en-GB" dirty="0"/>
              <a:t>.</a:t>
            </a:r>
          </a:p>
        </p:txBody>
      </p:sp>
      <p:sp>
        <p:nvSpPr>
          <p:cNvPr id="163" name="Text Placeholder 162">
            <a:extLst>
              <a:ext uri="{FF2B5EF4-FFF2-40B4-BE49-F238E27FC236}">
                <a16:creationId xmlns:a16="http://schemas.microsoft.com/office/drawing/2014/main" id="{A97A2C97-DBB2-39C5-96E5-B11DA3F1715E}"/>
              </a:ext>
            </a:extLst>
          </p:cNvPr>
          <p:cNvSpPr>
            <a:spLocks noGrp="1"/>
          </p:cNvSpPr>
          <p:nvPr>
            <p:ph type="body" sz="quarter" idx="53" hasCustomPrompt="1"/>
          </p:nvPr>
        </p:nvSpPr>
        <p:spPr>
          <a:xfrm>
            <a:off x="2611439" y="4230046"/>
            <a:ext cx="360000" cy="360000"/>
          </a:xfrm>
          <a:prstGeom prst="ellipse">
            <a:avLst/>
          </a:prstGeom>
          <a:solidFill>
            <a:schemeClr val="accent2"/>
          </a:solidFill>
        </p:spPr>
        <p:txBody>
          <a:bodyPr wrap="square" anchor="ctr">
            <a:noAutofit/>
          </a:bodyPr>
          <a:lstStyle>
            <a:lvl1pPr>
              <a:lnSpc>
                <a:spcPct val="100000"/>
              </a:lnSpc>
              <a:spcBef>
                <a:spcPts val="0"/>
              </a:spcBef>
              <a:defRPr sz="1000">
                <a:solidFill>
                  <a:schemeClr val="accent1">
                    <a:alpha val="0"/>
                  </a:schemeClr>
                </a:solidFill>
              </a:defRPr>
            </a:lvl1pPr>
          </a:lstStyle>
          <a:p>
            <a:pPr lvl="0"/>
            <a:r>
              <a:rPr lang="en-GB" dirty="0"/>
              <a:t>.</a:t>
            </a:r>
          </a:p>
        </p:txBody>
      </p:sp>
      <p:sp>
        <p:nvSpPr>
          <p:cNvPr id="165" name="Text Placeholder 164">
            <a:extLst>
              <a:ext uri="{FF2B5EF4-FFF2-40B4-BE49-F238E27FC236}">
                <a16:creationId xmlns:a16="http://schemas.microsoft.com/office/drawing/2014/main" id="{202122BE-48F9-8908-D226-EED1569501BC}"/>
              </a:ext>
            </a:extLst>
          </p:cNvPr>
          <p:cNvSpPr>
            <a:spLocks noGrp="1"/>
          </p:cNvSpPr>
          <p:nvPr>
            <p:ph type="body" sz="quarter" idx="54" hasCustomPrompt="1"/>
          </p:nvPr>
        </p:nvSpPr>
        <p:spPr>
          <a:xfrm>
            <a:off x="2611439" y="3258469"/>
            <a:ext cx="360000" cy="360000"/>
          </a:xfrm>
          <a:prstGeom prst="ellipse">
            <a:avLst/>
          </a:prstGeom>
          <a:solidFill>
            <a:schemeClr val="accent2"/>
          </a:solidFill>
        </p:spPr>
        <p:txBody>
          <a:bodyPr wrap="square" anchor="ctr">
            <a:noAutofit/>
          </a:bodyPr>
          <a:lstStyle>
            <a:lvl1pPr>
              <a:lnSpc>
                <a:spcPct val="100000"/>
              </a:lnSpc>
              <a:spcBef>
                <a:spcPts val="0"/>
              </a:spcBef>
              <a:defRPr sz="1000">
                <a:solidFill>
                  <a:schemeClr val="accent1">
                    <a:alpha val="0"/>
                  </a:schemeClr>
                </a:solidFill>
              </a:defRPr>
            </a:lvl1pPr>
          </a:lstStyle>
          <a:p>
            <a:pPr lvl="0"/>
            <a:r>
              <a:rPr lang="en-GB" dirty="0"/>
              <a:t>.</a:t>
            </a:r>
          </a:p>
        </p:txBody>
      </p:sp>
      <p:sp>
        <p:nvSpPr>
          <p:cNvPr id="167" name="Text Placeholder 166">
            <a:extLst>
              <a:ext uri="{FF2B5EF4-FFF2-40B4-BE49-F238E27FC236}">
                <a16:creationId xmlns:a16="http://schemas.microsoft.com/office/drawing/2014/main" id="{47DDC361-8AA7-2141-BE0A-220F99D68116}"/>
              </a:ext>
            </a:extLst>
          </p:cNvPr>
          <p:cNvSpPr>
            <a:spLocks noGrp="1"/>
          </p:cNvSpPr>
          <p:nvPr>
            <p:ph type="body" sz="quarter" idx="55" hasCustomPrompt="1"/>
          </p:nvPr>
        </p:nvSpPr>
        <p:spPr>
          <a:xfrm>
            <a:off x="2611439" y="2286892"/>
            <a:ext cx="360000" cy="360000"/>
          </a:xfrm>
          <a:prstGeom prst="ellipse">
            <a:avLst/>
          </a:prstGeom>
          <a:solidFill>
            <a:schemeClr val="accent2"/>
          </a:solidFill>
        </p:spPr>
        <p:txBody>
          <a:bodyPr wrap="square" anchor="ctr">
            <a:noAutofit/>
          </a:bodyPr>
          <a:lstStyle>
            <a:lvl1pPr>
              <a:lnSpc>
                <a:spcPct val="100000"/>
              </a:lnSpc>
              <a:spcBef>
                <a:spcPts val="0"/>
              </a:spcBef>
              <a:defRPr sz="1000">
                <a:solidFill>
                  <a:schemeClr val="accent1">
                    <a:alpha val="0"/>
                  </a:schemeClr>
                </a:solidFill>
              </a:defRPr>
            </a:lvl1pPr>
          </a:lstStyle>
          <a:p>
            <a:pPr lvl="0"/>
            <a:r>
              <a:rPr lang="en-GB" dirty="0"/>
              <a:t>.</a:t>
            </a:r>
          </a:p>
        </p:txBody>
      </p:sp>
      <p:sp>
        <p:nvSpPr>
          <p:cNvPr id="169" name="Text Placeholder 168">
            <a:extLst>
              <a:ext uri="{FF2B5EF4-FFF2-40B4-BE49-F238E27FC236}">
                <a16:creationId xmlns:a16="http://schemas.microsoft.com/office/drawing/2014/main" id="{566649C4-3A3B-110B-14FD-F614BA069B8E}"/>
              </a:ext>
            </a:extLst>
          </p:cNvPr>
          <p:cNvSpPr>
            <a:spLocks noGrp="1"/>
          </p:cNvSpPr>
          <p:nvPr>
            <p:ph type="body" sz="quarter" idx="56" hasCustomPrompt="1"/>
          </p:nvPr>
        </p:nvSpPr>
        <p:spPr>
          <a:xfrm>
            <a:off x="2611439" y="1315315"/>
            <a:ext cx="360000" cy="360000"/>
          </a:xfrm>
          <a:prstGeom prst="ellipse">
            <a:avLst/>
          </a:prstGeom>
          <a:solidFill>
            <a:schemeClr val="accent2"/>
          </a:solidFill>
        </p:spPr>
        <p:txBody>
          <a:bodyPr wrap="square" anchor="ctr">
            <a:noAutofit/>
          </a:bodyPr>
          <a:lstStyle>
            <a:lvl1pPr>
              <a:lnSpc>
                <a:spcPct val="100000"/>
              </a:lnSpc>
              <a:spcBef>
                <a:spcPts val="0"/>
              </a:spcBef>
              <a:defRPr sz="1000">
                <a:solidFill>
                  <a:schemeClr val="accent1">
                    <a:alpha val="0"/>
                  </a:schemeClr>
                </a:solidFill>
              </a:defRPr>
            </a:lvl1pPr>
          </a:lstStyle>
          <a:p>
            <a:pPr lvl="0"/>
            <a:r>
              <a:rPr lang="en-GB" dirty="0"/>
              <a:t>.</a:t>
            </a:r>
          </a:p>
        </p:txBody>
      </p:sp>
      <p:sp>
        <p:nvSpPr>
          <p:cNvPr id="2" name="Rectangle 1">
            <a:extLst>
              <a:ext uri="{FF2B5EF4-FFF2-40B4-BE49-F238E27FC236}">
                <a16:creationId xmlns:a16="http://schemas.microsoft.com/office/drawing/2014/main" id="{AC8F9F42-299A-CB06-5E78-A53BD80C0CB0}"/>
              </a:ext>
            </a:extLst>
          </p:cNvPr>
          <p:cNvSpPr/>
          <p:nvPr userDrawn="1"/>
        </p:nvSpPr>
        <p:spPr>
          <a:xfrm rot="16200000">
            <a:off x="-1539082" y="2707479"/>
            <a:ext cx="5689603" cy="14430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itle 1">
            <a:extLst>
              <a:ext uri="{FF2B5EF4-FFF2-40B4-BE49-F238E27FC236}">
                <a16:creationId xmlns:a16="http://schemas.microsoft.com/office/drawing/2014/main" id="{C19E034C-1D99-06F7-97F5-2AC8D9ABDEAB}"/>
              </a:ext>
            </a:extLst>
          </p:cNvPr>
          <p:cNvSpPr>
            <a:spLocks noGrp="1"/>
          </p:cNvSpPr>
          <p:nvPr>
            <p:ph type="title"/>
          </p:nvPr>
        </p:nvSpPr>
        <p:spPr>
          <a:xfrm rot="16200000">
            <a:off x="-1346199" y="2707478"/>
            <a:ext cx="5303837" cy="1443040"/>
          </a:xfrm>
          <a:prstGeom prst="rect">
            <a:avLst/>
          </a:prstGeom>
        </p:spPr>
        <p:txBody>
          <a:bodyPr anchor="ctr">
            <a:noAutofit/>
          </a:bodyPr>
          <a:lstStyle>
            <a:lvl1pPr algn="ctr">
              <a:defRPr>
                <a:solidFill>
                  <a:schemeClr val="tx1"/>
                </a:solidFill>
              </a:defRPr>
            </a:lvl1pPr>
          </a:lstStyle>
          <a:p>
            <a:r>
              <a:rPr lang="en-US" dirty="0"/>
              <a:t>Click to edit Master title style</a:t>
            </a:r>
            <a:endParaRPr lang="en-ID" dirty="0"/>
          </a:p>
        </p:txBody>
      </p:sp>
    </p:spTree>
    <p:extLst>
      <p:ext uri="{BB962C8B-B14F-4D97-AF65-F5344CB8AC3E}">
        <p14:creationId xmlns:p14="http://schemas.microsoft.com/office/powerpoint/2010/main" val="934499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ummary S04V2">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7E084216-E482-E3DB-7D84-3EFC4CEDFD6D}"/>
              </a:ext>
            </a:extLst>
          </p:cNvPr>
          <p:cNvSpPr>
            <a:spLocks noGrp="1"/>
          </p:cNvSpPr>
          <p:nvPr>
            <p:ph type="title"/>
          </p:nvPr>
        </p:nvSpPr>
        <p:spPr>
          <a:xfrm>
            <a:off x="587374" y="581528"/>
            <a:ext cx="5508626" cy="1483492"/>
          </a:xfrm>
          <a:prstGeom prst="rect">
            <a:avLst/>
          </a:prstGeom>
        </p:spPr>
        <p:txBody>
          <a:bodyPr anchor="t">
            <a:noAutofit/>
          </a:bodyPr>
          <a:lstStyle>
            <a:lvl1pPr>
              <a:defRPr>
                <a:solidFill>
                  <a:schemeClr val="tx1"/>
                </a:solidFill>
              </a:defRPr>
            </a:lvl1pPr>
          </a:lstStyle>
          <a:p>
            <a:r>
              <a:rPr lang="en-US" dirty="0"/>
              <a:t>Click to edit Master title style</a:t>
            </a:r>
            <a:endParaRPr lang="en-ID" dirty="0"/>
          </a:p>
        </p:txBody>
      </p:sp>
      <p:sp>
        <p:nvSpPr>
          <p:cNvPr id="9" name="Text Placeholder 7">
            <a:extLst>
              <a:ext uri="{FF2B5EF4-FFF2-40B4-BE49-F238E27FC236}">
                <a16:creationId xmlns:a16="http://schemas.microsoft.com/office/drawing/2014/main" id="{74739081-164B-C050-C9AB-AA188B3ADE2A}"/>
              </a:ext>
            </a:extLst>
          </p:cNvPr>
          <p:cNvSpPr>
            <a:spLocks noGrp="1"/>
          </p:cNvSpPr>
          <p:nvPr>
            <p:ph type="body" sz="quarter" idx="16"/>
          </p:nvPr>
        </p:nvSpPr>
        <p:spPr>
          <a:xfrm>
            <a:off x="1128449" y="2428242"/>
            <a:ext cx="10476176" cy="627376"/>
          </a:xfrm>
        </p:spPr>
        <p:txBody>
          <a:bodyPr vert="horz" lIns="91440" tIns="45720" rIns="91440" bIns="45720" rtlCol="0" anchor="ctr">
            <a:noAutofit/>
          </a:bodyPr>
          <a:lstStyle>
            <a:lvl1pPr>
              <a:defRPr lang="en-GB" sz="1800" dirty="0">
                <a:solidFill>
                  <a:schemeClr val="tx1"/>
                </a:solidFill>
              </a:defRPr>
            </a:lvl1pPr>
          </a:lstStyle>
          <a:p>
            <a:pPr lvl="0">
              <a:lnSpc>
                <a:spcPct val="100000"/>
              </a:lnSpc>
              <a:spcBef>
                <a:spcPts val="0"/>
              </a:spcBef>
            </a:pPr>
            <a:r>
              <a:rPr lang="en-GB" dirty="0"/>
              <a:t>Click to edit Master text styles</a:t>
            </a:r>
          </a:p>
        </p:txBody>
      </p:sp>
      <p:sp>
        <p:nvSpPr>
          <p:cNvPr id="11" name="Text Placeholder 168">
            <a:extLst>
              <a:ext uri="{FF2B5EF4-FFF2-40B4-BE49-F238E27FC236}">
                <a16:creationId xmlns:a16="http://schemas.microsoft.com/office/drawing/2014/main" id="{79E798F3-03C7-3035-B122-1F28C719CE7B}"/>
              </a:ext>
            </a:extLst>
          </p:cNvPr>
          <p:cNvSpPr>
            <a:spLocks noGrp="1"/>
          </p:cNvSpPr>
          <p:nvPr>
            <p:ph type="body" sz="quarter" idx="56" hasCustomPrompt="1"/>
          </p:nvPr>
        </p:nvSpPr>
        <p:spPr>
          <a:xfrm>
            <a:off x="587375" y="2561930"/>
            <a:ext cx="360000" cy="360000"/>
          </a:xfrm>
          <a:prstGeom prst="ellipse">
            <a:avLst/>
          </a:prstGeom>
          <a:solidFill>
            <a:schemeClr val="accent5"/>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43" name="Text Placeholder 7">
            <a:extLst>
              <a:ext uri="{FF2B5EF4-FFF2-40B4-BE49-F238E27FC236}">
                <a16:creationId xmlns:a16="http://schemas.microsoft.com/office/drawing/2014/main" id="{45B10319-DFC6-E6E8-3601-5004CC9CB543}"/>
              </a:ext>
            </a:extLst>
          </p:cNvPr>
          <p:cNvSpPr>
            <a:spLocks noGrp="1"/>
          </p:cNvSpPr>
          <p:nvPr>
            <p:ph type="body" sz="quarter" idx="57"/>
          </p:nvPr>
        </p:nvSpPr>
        <p:spPr>
          <a:xfrm>
            <a:off x="1128449" y="3230251"/>
            <a:ext cx="10476176" cy="627376"/>
          </a:xfrm>
        </p:spPr>
        <p:txBody>
          <a:bodyPr vert="horz" lIns="91440" tIns="45720" rIns="91440" bIns="45720" rtlCol="0" anchor="ctr">
            <a:noAutofit/>
          </a:bodyPr>
          <a:lstStyle>
            <a:lvl1pPr>
              <a:defRPr lang="en-GB" sz="1800" dirty="0">
                <a:solidFill>
                  <a:schemeClr val="tx1"/>
                </a:solidFill>
              </a:defRPr>
            </a:lvl1pPr>
          </a:lstStyle>
          <a:p>
            <a:pPr lvl="0">
              <a:lnSpc>
                <a:spcPct val="100000"/>
              </a:lnSpc>
              <a:spcBef>
                <a:spcPts val="0"/>
              </a:spcBef>
            </a:pPr>
            <a:r>
              <a:rPr lang="en-GB" dirty="0"/>
              <a:t>Click to edit Master text styles</a:t>
            </a:r>
          </a:p>
        </p:txBody>
      </p:sp>
      <p:sp>
        <p:nvSpPr>
          <p:cNvPr id="44" name="Text Placeholder 168">
            <a:extLst>
              <a:ext uri="{FF2B5EF4-FFF2-40B4-BE49-F238E27FC236}">
                <a16:creationId xmlns:a16="http://schemas.microsoft.com/office/drawing/2014/main" id="{D2CDE001-AC91-411D-2890-C992BD44CA62}"/>
              </a:ext>
            </a:extLst>
          </p:cNvPr>
          <p:cNvSpPr>
            <a:spLocks noGrp="1"/>
          </p:cNvSpPr>
          <p:nvPr>
            <p:ph type="body" sz="quarter" idx="58" hasCustomPrompt="1"/>
          </p:nvPr>
        </p:nvSpPr>
        <p:spPr>
          <a:xfrm>
            <a:off x="587375" y="3363939"/>
            <a:ext cx="360000" cy="360000"/>
          </a:xfrm>
          <a:prstGeom prst="ellipse">
            <a:avLst/>
          </a:prstGeom>
          <a:solidFill>
            <a:schemeClr val="accent5"/>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45" name="Text Placeholder 7">
            <a:extLst>
              <a:ext uri="{FF2B5EF4-FFF2-40B4-BE49-F238E27FC236}">
                <a16:creationId xmlns:a16="http://schemas.microsoft.com/office/drawing/2014/main" id="{B2788A5E-CF04-BADA-A513-41386ABD32E9}"/>
              </a:ext>
            </a:extLst>
          </p:cNvPr>
          <p:cNvSpPr>
            <a:spLocks noGrp="1"/>
          </p:cNvSpPr>
          <p:nvPr>
            <p:ph type="body" sz="quarter" idx="59"/>
          </p:nvPr>
        </p:nvSpPr>
        <p:spPr>
          <a:xfrm>
            <a:off x="1128449" y="4032260"/>
            <a:ext cx="10476176" cy="627376"/>
          </a:xfrm>
        </p:spPr>
        <p:txBody>
          <a:bodyPr vert="horz" lIns="91440" tIns="45720" rIns="91440" bIns="45720" rtlCol="0" anchor="ctr">
            <a:noAutofit/>
          </a:bodyPr>
          <a:lstStyle>
            <a:lvl1pPr>
              <a:defRPr lang="en-GB" sz="1800" dirty="0">
                <a:solidFill>
                  <a:schemeClr val="tx1"/>
                </a:solidFill>
              </a:defRPr>
            </a:lvl1pPr>
          </a:lstStyle>
          <a:p>
            <a:pPr lvl="0">
              <a:lnSpc>
                <a:spcPct val="100000"/>
              </a:lnSpc>
              <a:spcBef>
                <a:spcPts val="0"/>
              </a:spcBef>
            </a:pPr>
            <a:r>
              <a:rPr lang="en-GB" dirty="0"/>
              <a:t>Click to edit Master text styles</a:t>
            </a:r>
          </a:p>
        </p:txBody>
      </p:sp>
      <p:sp>
        <p:nvSpPr>
          <p:cNvPr id="46" name="Text Placeholder 168">
            <a:extLst>
              <a:ext uri="{FF2B5EF4-FFF2-40B4-BE49-F238E27FC236}">
                <a16:creationId xmlns:a16="http://schemas.microsoft.com/office/drawing/2014/main" id="{2C399641-5B07-FE9E-2779-866E244DA14F}"/>
              </a:ext>
            </a:extLst>
          </p:cNvPr>
          <p:cNvSpPr>
            <a:spLocks noGrp="1"/>
          </p:cNvSpPr>
          <p:nvPr>
            <p:ph type="body" sz="quarter" idx="60" hasCustomPrompt="1"/>
          </p:nvPr>
        </p:nvSpPr>
        <p:spPr>
          <a:xfrm>
            <a:off x="587375" y="4165948"/>
            <a:ext cx="360000" cy="360000"/>
          </a:xfrm>
          <a:prstGeom prst="ellipse">
            <a:avLst/>
          </a:prstGeom>
          <a:solidFill>
            <a:schemeClr val="accent5"/>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47" name="Text Placeholder 7">
            <a:extLst>
              <a:ext uri="{FF2B5EF4-FFF2-40B4-BE49-F238E27FC236}">
                <a16:creationId xmlns:a16="http://schemas.microsoft.com/office/drawing/2014/main" id="{D9133CA1-F9D7-9913-2A6A-F4305780FA30}"/>
              </a:ext>
            </a:extLst>
          </p:cNvPr>
          <p:cNvSpPr>
            <a:spLocks noGrp="1"/>
          </p:cNvSpPr>
          <p:nvPr>
            <p:ph type="body" sz="quarter" idx="61"/>
          </p:nvPr>
        </p:nvSpPr>
        <p:spPr>
          <a:xfrm>
            <a:off x="1128449" y="4834269"/>
            <a:ext cx="10476176" cy="627376"/>
          </a:xfrm>
        </p:spPr>
        <p:txBody>
          <a:bodyPr vert="horz" lIns="91440" tIns="45720" rIns="91440" bIns="45720" rtlCol="0" anchor="ctr">
            <a:noAutofit/>
          </a:bodyPr>
          <a:lstStyle>
            <a:lvl1pPr>
              <a:defRPr lang="en-GB" sz="1800" dirty="0">
                <a:solidFill>
                  <a:schemeClr val="tx1"/>
                </a:solidFill>
              </a:defRPr>
            </a:lvl1pPr>
          </a:lstStyle>
          <a:p>
            <a:pPr lvl="0">
              <a:lnSpc>
                <a:spcPct val="100000"/>
              </a:lnSpc>
              <a:spcBef>
                <a:spcPts val="0"/>
              </a:spcBef>
            </a:pPr>
            <a:r>
              <a:rPr lang="en-GB" dirty="0"/>
              <a:t>Click to edit Master text styles</a:t>
            </a:r>
          </a:p>
        </p:txBody>
      </p:sp>
      <p:sp>
        <p:nvSpPr>
          <p:cNvPr id="48" name="Text Placeholder 168">
            <a:extLst>
              <a:ext uri="{FF2B5EF4-FFF2-40B4-BE49-F238E27FC236}">
                <a16:creationId xmlns:a16="http://schemas.microsoft.com/office/drawing/2014/main" id="{3297244C-207C-BE91-A5F3-D323BCCE5A5F}"/>
              </a:ext>
            </a:extLst>
          </p:cNvPr>
          <p:cNvSpPr>
            <a:spLocks noGrp="1"/>
          </p:cNvSpPr>
          <p:nvPr>
            <p:ph type="body" sz="quarter" idx="62" hasCustomPrompt="1"/>
          </p:nvPr>
        </p:nvSpPr>
        <p:spPr>
          <a:xfrm>
            <a:off x="587375" y="4967957"/>
            <a:ext cx="360000" cy="360000"/>
          </a:xfrm>
          <a:prstGeom prst="ellipse">
            <a:avLst/>
          </a:prstGeom>
          <a:solidFill>
            <a:schemeClr val="accent5"/>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49" name="Text Placeholder 7">
            <a:extLst>
              <a:ext uri="{FF2B5EF4-FFF2-40B4-BE49-F238E27FC236}">
                <a16:creationId xmlns:a16="http://schemas.microsoft.com/office/drawing/2014/main" id="{C86D595C-AE6E-E657-4F04-7ED69DAD40DD}"/>
              </a:ext>
            </a:extLst>
          </p:cNvPr>
          <p:cNvSpPr>
            <a:spLocks noGrp="1"/>
          </p:cNvSpPr>
          <p:nvPr>
            <p:ph type="body" sz="quarter" idx="63"/>
          </p:nvPr>
        </p:nvSpPr>
        <p:spPr>
          <a:xfrm>
            <a:off x="1128449" y="5636278"/>
            <a:ext cx="10476176" cy="627376"/>
          </a:xfrm>
        </p:spPr>
        <p:txBody>
          <a:bodyPr vert="horz" lIns="91440" tIns="45720" rIns="91440" bIns="45720" rtlCol="0" anchor="ctr">
            <a:noAutofit/>
          </a:bodyPr>
          <a:lstStyle>
            <a:lvl1pPr>
              <a:defRPr lang="en-GB" sz="1800" dirty="0">
                <a:solidFill>
                  <a:schemeClr val="tx1"/>
                </a:solidFill>
              </a:defRPr>
            </a:lvl1pPr>
          </a:lstStyle>
          <a:p>
            <a:pPr lvl="0">
              <a:lnSpc>
                <a:spcPct val="100000"/>
              </a:lnSpc>
              <a:spcBef>
                <a:spcPts val="0"/>
              </a:spcBef>
            </a:pPr>
            <a:r>
              <a:rPr lang="en-GB" dirty="0"/>
              <a:t>Click to edit Master text styles</a:t>
            </a:r>
          </a:p>
        </p:txBody>
      </p:sp>
      <p:sp>
        <p:nvSpPr>
          <p:cNvPr id="50" name="Text Placeholder 168">
            <a:extLst>
              <a:ext uri="{FF2B5EF4-FFF2-40B4-BE49-F238E27FC236}">
                <a16:creationId xmlns:a16="http://schemas.microsoft.com/office/drawing/2014/main" id="{7E6722A1-01D4-FCBA-96F2-3243F9570645}"/>
              </a:ext>
            </a:extLst>
          </p:cNvPr>
          <p:cNvSpPr>
            <a:spLocks noGrp="1"/>
          </p:cNvSpPr>
          <p:nvPr>
            <p:ph type="body" sz="quarter" idx="64" hasCustomPrompt="1"/>
          </p:nvPr>
        </p:nvSpPr>
        <p:spPr>
          <a:xfrm>
            <a:off x="587375" y="5769966"/>
            <a:ext cx="360000" cy="360000"/>
          </a:xfrm>
          <a:prstGeom prst="ellipse">
            <a:avLst/>
          </a:prstGeom>
          <a:solidFill>
            <a:schemeClr val="accent5"/>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Tree>
    <p:extLst>
      <p:ext uri="{BB962C8B-B14F-4D97-AF65-F5344CB8AC3E}">
        <p14:creationId xmlns:p14="http://schemas.microsoft.com/office/powerpoint/2010/main" val="30832151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ummary S04V3">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AC4CD5-7F66-2882-57AB-246EBCE434CA}"/>
              </a:ext>
            </a:extLst>
          </p:cNvPr>
          <p:cNvSpPr/>
          <p:nvPr userDrawn="1"/>
        </p:nvSpPr>
        <p:spPr>
          <a:xfrm>
            <a:off x="587374" y="2339975"/>
            <a:ext cx="2127250" cy="3594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3A36727-830F-1C38-DAC0-B4A812228755}"/>
              </a:ext>
            </a:extLst>
          </p:cNvPr>
          <p:cNvSpPr/>
          <p:nvPr userDrawn="1"/>
        </p:nvSpPr>
        <p:spPr>
          <a:xfrm>
            <a:off x="2810668" y="2339975"/>
            <a:ext cx="2127250" cy="3594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5536C68-FB70-815D-0E0D-83EC09CC3C2C}"/>
              </a:ext>
            </a:extLst>
          </p:cNvPr>
          <p:cNvSpPr/>
          <p:nvPr userDrawn="1"/>
        </p:nvSpPr>
        <p:spPr>
          <a:xfrm>
            <a:off x="5033962" y="2339975"/>
            <a:ext cx="2127250" cy="3594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5537EEA-4D81-400F-C2F0-B085CCE4F3DF}"/>
              </a:ext>
            </a:extLst>
          </p:cNvPr>
          <p:cNvSpPr/>
          <p:nvPr userDrawn="1"/>
        </p:nvSpPr>
        <p:spPr>
          <a:xfrm>
            <a:off x="7257256" y="2339975"/>
            <a:ext cx="2127250" cy="3594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DB7183C-3983-532C-77CE-E0FDE6111BF6}"/>
              </a:ext>
            </a:extLst>
          </p:cNvPr>
          <p:cNvSpPr/>
          <p:nvPr userDrawn="1"/>
        </p:nvSpPr>
        <p:spPr>
          <a:xfrm>
            <a:off x="9480550" y="2339975"/>
            <a:ext cx="2127250" cy="3594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7E084216-E482-E3DB-7D84-3EFC4CEDFD6D}"/>
              </a:ext>
            </a:extLst>
          </p:cNvPr>
          <p:cNvSpPr>
            <a:spLocks noGrp="1"/>
          </p:cNvSpPr>
          <p:nvPr>
            <p:ph type="title"/>
          </p:nvPr>
        </p:nvSpPr>
        <p:spPr>
          <a:xfrm>
            <a:off x="587373" y="581528"/>
            <a:ext cx="11017251" cy="1123447"/>
          </a:xfrm>
          <a:prstGeom prst="rect">
            <a:avLst/>
          </a:prstGeom>
        </p:spPr>
        <p:txBody>
          <a:bodyPr anchor="t">
            <a:noAutofit/>
          </a:bodyPr>
          <a:lstStyle>
            <a:lvl1pPr algn="ctr">
              <a:defRPr>
                <a:solidFill>
                  <a:schemeClr val="tx1"/>
                </a:solidFill>
              </a:defRPr>
            </a:lvl1pPr>
          </a:lstStyle>
          <a:p>
            <a:r>
              <a:rPr lang="en-US" dirty="0"/>
              <a:t>Click to edit Master title style</a:t>
            </a:r>
            <a:endParaRPr lang="en-ID" dirty="0"/>
          </a:p>
        </p:txBody>
      </p:sp>
      <p:sp>
        <p:nvSpPr>
          <p:cNvPr id="9" name="Text Placeholder 7">
            <a:extLst>
              <a:ext uri="{FF2B5EF4-FFF2-40B4-BE49-F238E27FC236}">
                <a16:creationId xmlns:a16="http://schemas.microsoft.com/office/drawing/2014/main" id="{74739081-164B-C050-C9AB-AA188B3ADE2A}"/>
              </a:ext>
            </a:extLst>
          </p:cNvPr>
          <p:cNvSpPr>
            <a:spLocks noGrp="1"/>
          </p:cNvSpPr>
          <p:nvPr>
            <p:ph type="body" sz="quarter" idx="16"/>
          </p:nvPr>
        </p:nvSpPr>
        <p:spPr>
          <a:xfrm>
            <a:off x="687106" y="2787323"/>
            <a:ext cx="1927786" cy="2851478"/>
          </a:xfrm>
        </p:spPr>
        <p:txBody>
          <a:bodyPr vert="horz" lIns="91440" tIns="45720" rIns="91440" bIns="45720" rtlCol="0" anchor="t">
            <a:noAutofit/>
          </a:bodyPr>
          <a:lstStyle>
            <a:lvl1pPr algn="ctr">
              <a:defRPr lang="en-GB" sz="1800" dirty="0">
                <a:solidFill>
                  <a:schemeClr val="tx1"/>
                </a:solidFill>
              </a:defRPr>
            </a:lvl1pPr>
          </a:lstStyle>
          <a:p>
            <a:pPr lvl="0">
              <a:lnSpc>
                <a:spcPct val="100000"/>
              </a:lnSpc>
              <a:spcBef>
                <a:spcPts val="0"/>
              </a:spcBef>
            </a:pPr>
            <a:r>
              <a:rPr lang="en-GB" dirty="0"/>
              <a:t>Click to edit Master text styles</a:t>
            </a:r>
          </a:p>
        </p:txBody>
      </p:sp>
      <p:sp>
        <p:nvSpPr>
          <p:cNvPr id="11" name="Text Placeholder 168">
            <a:extLst>
              <a:ext uri="{FF2B5EF4-FFF2-40B4-BE49-F238E27FC236}">
                <a16:creationId xmlns:a16="http://schemas.microsoft.com/office/drawing/2014/main" id="{79E798F3-03C7-3035-B122-1F28C719CE7B}"/>
              </a:ext>
            </a:extLst>
          </p:cNvPr>
          <p:cNvSpPr>
            <a:spLocks noGrp="1"/>
          </p:cNvSpPr>
          <p:nvPr>
            <p:ph type="body" sz="quarter" idx="56" hasCustomPrompt="1"/>
          </p:nvPr>
        </p:nvSpPr>
        <p:spPr>
          <a:xfrm>
            <a:off x="1470999" y="2160925"/>
            <a:ext cx="360000" cy="360000"/>
          </a:xfrm>
          <a:prstGeom prst="ellipse">
            <a:avLst/>
          </a:prstGeom>
          <a:solidFill>
            <a:schemeClr val="accent5"/>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43" name="Text Placeholder 7">
            <a:extLst>
              <a:ext uri="{FF2B5EF4-FFF2-40B4-BE49-F238E27FC236}">
                <a16:creationId xmlns:a16="http://schemas.microsoft.com/office/drawing/2014/main" id="{45B10319-DFC6-E6E8-3601-5004CC9CB543}"/>
              </a:ext>
            </a:extLst>
          </p:cNvPr>
          <p:cNvSpPr>
            <a:spLocks noGrp="1"/>
          </p:cNvSpPr>
          <p:nvPr>
            <p:ph type="body" sz="quarter" idx="57"/>
          </p:nvPr>
        </p:nvSpPr>
        <p:spPr>
          <a:xfrm>
            <a:off x="2910400" y="2787323"/>
            <a:ext cx="1927786" cy="2851478"/>
          </a:xfrm>
        </p:spPr>
        <p:txBody>
          <a:bodyPr vert="horz" lIns="91440" tIns="45720" rIns="91440" bIns="45720" rtlCol="0" anchor="t">
            <a:noAutofit/>
          </a:bodyPr>
          <a:lstStyle>
            <a:lvl1pPr algn="ctr">
              <a:defRPr lang="en-GB" sz="1800" dirty="0">
                <a:solidFill>
                  <a:schemeClr val="tx1"/>
                </a:solidFill>
              </a:defRPr>
            </a:lvl1pPr>
          </a:lstStyle>
          <a:p>
            <a:pPr lvl="0">
              <a:lnSpc>
                <a:spcPct val="100000"/>
              </a:lnSpc>
              <a:spcBef>
                <a:spcPts val="0"/>
              </a:spcBef>
            </a:pPr>
            <a:r>
              <a:rPr lang="en-GB" dirty="0"/>
              <a:t>Click to edit Master text styles</a:t>
            </a:r>
          </a:p>
        </p:txBody>
      </p:sp>
      <p:sp>
        <p:nvSpPr>
          <p:cNvPr id="44" name="Text Placeholder 168">
            <a:extLst>
              <a:ext uri="{FF2B5EF4-FFF2-40B4-BE49-F238E27FC236}">
                <a16:creationId xmlns:a16="http://schemas.microsoft.com/office/drawing/2014/main" id="{D2CDE001-AC91-411D-2890-C992BD44CA62}"/>
              </a:ext>
            </a:extLst>
          </p:cNvPr>
          <p:cNvSpPr>
            <a:spLocks noGrp="1"/>
          </p:cNvSpPr>
          <p:nvPr>
            <p:ph type="body" sz="quarter" idx="58" hasCustomPrompt="1"/>
          </p:nvPr>
        </p:nvSpPr>
        <p:spPr>
          <a:xfrm>
            <a:off x="3694293" y="2160925"/>
            <a:ext cx="360000" cy="360000"/>
          </a:xfrm>
          <a:prstGeom prst="ellipse">
            <a:avLst/>
          </a:prstGeom>
          <a:solidFill>
            <a:schemeClr val="accent5"/>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45" name="Text Placeholder 7">
            <a:extLst>
              <a:ext uri="{FF2B5EF4-FFF2-40B4-BE49-F238E27FC236}">
                <a16:creationId xmlns:a16="http://schemas.microsoft.com/office/drawing/2014/main" id="{B2788A5E-CF04-BADA-A513-41386ABD32E9}"/>
              </a:ext>
            </a:extLst>
          </p:cNvPr>
          <p:cNvSpPr>
            <a:spLocks noGrp="1"/>
          </p:cNvSpPr>
          <p:nvPr>
            <p:ph type="body" sz="quarter" idx="59"/>
          </p:nvPr>
        </p:nvSpPr>
        <p:spPr>
          <a:xfrm>
            <a:off x="5133694" y="2787323"/>
            <a:ext cx="1927786" cy="2851478"/>
          </a:xfrm>
        </p:spPr>
        <p:txBody>
          <a:bodyPr vert="horz" lIns="91440" tIns="45720" rIns="91440" bIns="45720" rtlCol="0" anchor="t">
            <a:noAutofit/>
          </a:bodyPr>
          <a:lstStyle>
            <a:lvl1pPr algn="ctr">
              <a:defRPr lang="en-GB" sz="1800" dirty="0">
                <a:solidFill>
                  <a:schemeClr val="tx1"/>
                </a:solidFill>
              </a:defRPr>
            </a:lvl1pPr>
          </a:lstStyle>
          <a:p>
            <a:pPr lvl="0">
              <a:lnSpc>
                <a:spcPct val="100000"/>
              </a:lnSpc>
              <a:spcBef>
                <a:spcPts val="0"/>
              </a:spcBef>
            </a:pPr>
            <a:r>
              <a:rPr lang="en-GB" dirty="0"/>
              <a:t>Click to edit Master text styles</a:t>
            </a:r>
          </a:p>
        </p:txBody>
      </p:sp>
      <p:sp>
        <p:nvSpPr>
          <p:cNvPr id="46" name="Text Placeholder 168">
            <a:extLst>
              <a:ext uri="{FF2B5EF4-FFF2-40B4-BE49-F238E27FC236}">
                <a16:creationId xmlns:a16="http://schemas.microsoft.com/office/drawing/2014/main" id="{2C399641-5B07-FE9E-2779-866E244DA14F}"/>
              </a:ext>
            </a:extLst>
          </p:cNvPr>
          <p:cNvSpPr>
            <a:spLocks noGrp="1"/>
          </p:cNvSpPr>
          <p:nvPr>
            <p:ph type="body" sz="quarter" idx="60" hasCustomPrompt="1"/>
          </p:nvPr>
        </p:nvSpPr>
        <p:spPr>
          <a:xfrm>
            <a:off x="5917587" y="2160925"/>
            <a:ext cx="360000" cy="360000"/>
          </a:xfrm>
          <a:prstGeom prst="ellipse">
            <a:avLst/>
          </a:prstGeom>
          <a:solidFill>
            <a:schemeClr val="accent5"/>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47" name="Text Placeholder 7">
            <a:extLst>
              <a:ext uri="{FF2B5EF4-FFF2-40B4-BE49-F238E27FC236}">
                <a16:creationId xmlns:a16="http://schemas.microsoft.com/office/drawing/2014/main" id="{D9133CA1-F9D7-9913-2A6A-F4305780FA30}"/>
              </a:ext>
            </a:extLst>
          </p:cNvPr>
          <p:cNvSpPr>
            <a:spLocks noGrp="1"/>
          </p:cNvSpPr>
          <p:nvPr>
            <p:ph type="body" sz="quarter" idx="61"/>
          </p:nvPr>
        </p:nvSpPr>
        <p:spPr>
          <a:xfrm>
            <a:off x="7356988" y="2787323"/>
            <a:ext cx="1927786" cy="2851478"/>
          </a:xfrm>
        </p:spPr>
        <p:txBody>
          <a:bodyPr vert="horz" lIns="91440" tIns="45720" rIns="91440" bIns="45720" rtlCol="0" anchor="t">
            <a:noAutofit/>
          </a:bodyPr>
          <a:lstStyle>
            <a:lvl1pPr algn="ctr">
              <a:defRPr lang="en-GB" sz="1800" dirty="0">
                <a:solidFill>
                  <a:schemeClr val="tx1"/>
                </a:solidFill>
              </a:defRPr>
            </a:lvl1pPr>
          </a:lstStyle>
          <a:p>
            <a:pPr lvl="0">
              <a:lnSpc>
                <a:spcPct val="100000"/>
              </a:lnSpc>
              <a:spcBef>
                <a:spcPts val="0"/>
              </a:spcBef>
            </a:pPr>
            <a:r>
              <a:rPr lang="en-GB" dirty="0"/>
              <a:t>Click to edit Master text styles</a:t>
            </a:r>
          </a:p>
        </p:txBody>
      </p:sp>
      <p:sp>
        <p:nvSpPr>
          <p:cNvPr id="48" name="Text Placeholder 168">
            <a:extLst>
              <a:ext uri="{FF2B5EF4-FFF2-40B4-BE49-F238E27FC236}">
                <a16:creationId xmlns:a16="http://schemas.microsoft.com/office/drawing/2014/main" id="{3297244C-207C-BE91-A5F3-D323BCCE5A5F}"/>
              </a:ext>
            </a:extLst>
          </p:cNvPr>
          <p:cNvSpPr>
            <a:spLocks noGrp="1"/>
          </p:cNvSpPr>
          <p:nvPr>
            <p:ph type="body" sz="quarter" idx="62" hasCustomPrompt="1"/>
          </p:nvPr>
        </p:nvSpPr>
        <p:spPr>
          <a:xfrm>
            <a:off x="8140881" y="2160925"/>
            <a:ext cx="360000" cy="360000"/>
          </a:xfrm>
          <a:prstGeom prst="ellipse">
            <a:avLst/>
          </a:prstGeom>
          <a:solidFill>
            <a:schemeClr val="accent5"/>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49" name="Text Placeholder 7">
            <a:extLst>
              <a:ext uri="{FF2B5EF4-FFF2-40B4-BE49-F238E27FC236}">
                <a16:creationId xmlns:a16="http://schemas.microsoft.com/office/drawing/2014/main" id="{C86D595C-AE6E-E657-4F04-7ED69DAD40DD}"/>
              </a:ext>
            </a:extLst>
          </p:cNvPr>
          <p:cNvSpPr>
            <a:spLocks noGrp="1"/>
          </p:cNvSpPr>
          <p:nvPr>
            <p:ph type="body" sz="quarter" idx="63"/>
          </p:nvPr>
        </p:nvSpPr>
        <p:spPr>
          <a:xfrm>
            <a:off x="9580282" y="2787323"/>
            <a:ext cx="1927786" cy="2851478"/>
          </a:xfrm>
        </p:spPr>
        <p:txBody>
          <a:bodyPr vert="horz" lIns="91440" tIns="45720" rIns="91440" bIns="45720" rtlCol="0" anchor="t">
            <a:noAutofit/>
          </a:bodyPr>
          <a:lstStyle>
            <a:lvl1pPr algn="ctr">
              <a:defRPr lang="en-GB" sz="1800" dirty="0">
                <a:solidFill>
                  <a:schemeClr val="tx1"/>
                </a:solidFill>
              </a:defRPr>
            </a:lvl1pPr>
          </a:lstStyle>
          <a:p>
            <a:pPr lvl="0">
              <a:lnSpc>
                <a:spcPct val="100000"/>
              </a:lnSpc>
              <a:spcBef>
                <a:spcPts val="0"/>
              </a:spcBef>
            </a:pPr>
            <a:r>
              <a:rPr lang="en-GB" dirty="0"/>
              <a:t>Click to edit Master text styles</a:t>
            </a:r>
          </a:p>
        </p:txBody>
      </p:sp>
      <p:sp>
        <p:nvSpPr>
          <p:cNvPr id="50" name="Text Placeholder 168">
            <a:extLst>
              <a:ext uri="{FF2B5EF4-FFF2-40B4-BE49-F238E27FC236}">
                <a16:creationId xmlns:a16="http://schemas.microsoft.com/office/drawing/2014/main" id="{7E6722A1-01D4-FCBA-96F2-3243F9570645}"/>
              </a:ext>
            </a:extLst>
          </p:cNvPr>
          <p:cNvSpPr>
            <a:spLocks noGrp="1"/>
          </p:cNvSpPr>
          <p:nvPr>
            <p:ph type="body" sz="quarter" idx="64" hasCustomPrompt="1"/>
          </p:nvPr>
        </p:nvSpPr>
        <p:spPr>
          <a:xfrm>
            <a:off x="10364175" y="2160925"/>
            <a:ext cx="360000" cy="360000"/>
          </a:xfrm>
          <a:prstGeom prst="ellipse">
            <a:avLst/>
          </a:prstGeom>
          <a:solidFill>
            <a:schemeClr val="accent5"/>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Tree>
    <p:extLst>
      <p:ext uri="{BB962C8B-B14F-4D97-AF65-F5344CB8AC3E}">
        <p14:creationId xmlns:p14="http://schemas.microsoft.com/office/powerpoint/2010/main" val="40846776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act Us S05V1">
    <p:bg>
      <p:bgPr>
        <a:solidFill>
          <a:schemeClr val="bg2">
            <a:alpha val="30000"/>
          </a:schemeClr>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C19E034C-1D99-06F7-97F5-2AC8D9ABDEAB}"/>
              </a:ext>
            </a:extLst>
          </p:cNvPr>
          <p:cNvSpPr>
            <a:spLocks noGrp="1"/>
          </p:cNvSpPr>
          <p:nvPr>
            <p:ph type="title"/>
          </p:nvPr>
        </p:nvSpPr>
        <p:spPr>
          <a:xfrm>
            <a:off x="584200" y="1914526"/>
            <a:ext cx="4502146" cy="3028950"/>
          </a:xfrm>
          <a:prstGeom prst="rect">
            <a:avLst/>
          </a:prstGeom>
        </p:spPr>
        <p:txBody>
          <a:bodyPr anchor="ctr">
            <a:noAutofit/>
          </a:bodyPr>
          <a:lstStyle>
            <a:lvl1pPr>
              <a:defRPr>
                <a:solidFill>
                  <a:schemeClr val="tx2"/>
                </a:solidFill>
              </a:defRPr>
            </a:lvl1pPr>
          </a:lstStyle>
          <a:p>
            <a:r>
              <a:rPr lang="en-US" dirty="0"/>
              <a:t>Click to edit Master title style</a:t>
            </a:r>
            <a:endParaRPr lang="en-ID" dirty="0"/>
          </a:p>
        </p:txBody>
      </p:sp>
      <p:sp>
        <p:nvSpPr>
          <p:cNvPr id="2" name="Text Placeholder 2">
            <a:extLst>
              <a:ext uri="{FF2B5EF4-FFF2-40B4-BE49-F238E27FC236}">
                <a16:creationId xmlns:a16="http://schemas.microsoft.com/office/drawing/2014/main" id="{E4272302-652A-2FD5-D12E-2F9CC28B14FB}"/>
              </a:ext>
            </a:extLst>
          </p:cNvPr>
          <p:cNvSpPr>
            <a:spLocks noGrp="1"/>
          </p:cNvSpPr>
          <p:nvPr>
            <p:ph type="body" sz="quarter" idx="15"/>
          </p:nvPr>
        </p:nvSpPr>
        <p:spPr>
          <a:xfrm>
            <a:off x="6095999" y="1492642"/>
            <a:ext cx="5508625" cy="549515"/>
          </a:xfrm>
        </p:spPr>
        <p:txBody>
          <a:bodyPr>
            <a:noAutofit/>
          </a:bodyPr>
          <a:lstStyle>
            <a:lvl1pP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3" name="Text Placeholder 7">
            <a:extLst>
              <a:ext uri="{FF2B5EF4-FFF2-40B4-BE49-F238E27FC236}">
                <a16:creationId xmlns:a16="http://schemas.microsoft.com/office/drawing/2014/main" id="{FC5A2C1F-209A-7C98-EF22-1E3A0CC0300A}"/>
              </a:ext>
            </a:extLst>
          </p:cNvPr>
          <p:cNvSpPr>
            <a:spLocks noGrp="1"/>
          </p:cNvSpPr>
          <p:nvPr>
            <p:ph type="body" sz="quarter" idx="16" hasCustomPrompt="1"/>
          </p:nvPr>
        </p:nvSpPr>
        <p:spPr>
          <a:xfrm>
            <a:off x="6095999" y="909549"/>
            <a:ext cx="5508625" cy="549515"/>
          </a:xfrm>
        </p:spPr>
        <p:txBody>
          <a:bodyPr anchor="b">
            <a:noAutofit/>
          </a:bodyPr>
          <a:lstStyle>
            <a:lvl1pPr>
              <a:lnSpc>
                <a:spcPct val="100000"/>
              </a:lnSpc>
              <a:spcBef>
                <a:spcPts val="0"/>
              </a:spcBef>
              <a:defRPr sz="1800">
                <a:solidFill>
                  <a:schemeClr val="tx2"/>
                </a:solidFill>
              </a:defRPr>
            </a:lvl1pPr>
          </a:lstStyle>
          <a:p>
            <a:pPr lvl="0"/>
            <a:r>
              <a:rPr lang="en-GB" dirty="0"/>
              <a:t>Website</a:t>
            </a:r>
          </a:p>
        </p:txBody>
      </p:sp>
      <p:sp>
        <p:nvSpPr>
          <p:cNvPr id="4" name="Text Placeholder 168">
            <a:extLst>
              <a:ext uri="{FF2B5EF4-FFF2-40B4-BE49-F238E27FC236}">
                <a16:creationId xmlns:a16="http://schemas.microsoft.com/office/drawing/2014/main" id="{11975B7C-8BBE-9A5B-BB68-EAEE7D43D961}"/>
              </a:ext>
            </a:extLst>
          </p:cNvPr>
          <p:cNvSpPr>
            <a:spLocks noGrp="1"/>
          </p:cNvSpPr>
          <p:nvPr>
            <p:ph type="body" sz="quarter" idx="56" hasCustomPrompt="1"/>
          </p:nvPr>
        </p:nvSpPr>
        <p:spPr>
          <a:xfrm>
            <a:off x="5527856" y="1300737"/>
            <a:ext cx="360000" cy="360000"/>
          </a:xfrm>
          <a:prstGeom prst="ellipse">
            <a:avLst/>
          </a:prstGeom>
          <a:solidFill>
            <a:schemeClr val="accent2"/>
          </a:solidFill>
        </p:spPr>
        <p:txBody>
          <a:bodyPr wrap="square" anchor="ctr">
            <a:noAutofit/>
          </a:bodyPr>
          <a:lstStyle>
            <a:lvl1pPr>
              <a:lnSpc>
                <a:spcPct val="100000"/>
              </a:lnSpc>
              <a:spcBef>
                <a:spcPts val="0"/>
              </a:spcBef>
              <a:defRPr sz="1000">
                <a:solidFill>
                  <a:schemeClr val="accent1">
                    <a:alpha val="0"/>
                  </a:schemeClr>
                </a:solidFill>
              </a:defRPr>
            </a:lvl1pPr>
          </a:lstStyle>
          <a:p>
            <a:pPr lvl="0"/>
            <a:r>
              <a:rPr lang="en-GB" dirty="0"/>
              <a:t>.</a:t>
            </a:r>
          </a:p>
        </p:txBody>
      </p:sp>
      <p:sp>
        <p:nvSpPr>
          <p:cNvPr id="14" name="Text Placeholder 2">
            <a:extLst>
              <a:ext uri="{FF2B5EF4-FFF2-40B4-BE49-F238E27FC236}">
                <a16:creationId xmlns:a16="http://schemas.microsoft.com/office/drawing/2014/main" id="{2978E3E1-665A-D8D4-6A36-8A516701D01C}"/>
              </a:ext>
            </a:extLst>
          </p:cNvPr>
          <p:cNvSpPr>
            <a:spLocks noGrp="1"/>
          </p:cNvSpPr>
          <p:nvPr>
            <p:ph type="body" sz="quarter" idx="57"/>
          </p:nvPr>
        </p:nvSpPr>
        <p:spPr>
          <a:xfrm>
            <a:off x="6095999" y="2794336"/>
            <a:ext cx="5508625" cy="549515"/>
          </a:xfrm>
        </p:spPr>
        <p:txBody>
          <a:bodyPr>
            <a:noAutofit/>
          </a:bodyPr>
          <a:lstStyle>
            <a:lvl1pP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5" name="Text Placeholder 7">
            <a:extLst>
              <a:ext uri="{FF2B5EF4-FFF2-40B4-BE49-F238E27FC236}">
                <a16:creationId xmlns:a16="http://schemas.microsoft.com/office/drawing/2014/main" id="{1A79E3DD-EC0C-F795-027F-B9FDCF090492}"/>
              </a:ext>
            </a:extLst>
          </p:cNvPr>
          <p:cNvSpPr>
            <a:spLocks noGrp="1"/>
          </p:cNvSpPr>
          <p:nvPr>
            <p:ph type="body" sz="quarter" idx="58" hasCustomPrompt="1"/>
          </p:nvPr>
        </p:nvSpPr>
        <p:spPr>
          <a:xfrm>
            <a:off x="6095999" y="2211243"/>
            <a:ext cx="5508625" cy="549515"/>
          </a:xfrm>
        </p:spPr>
        <p:txBody>
          <a:bodyPr anchor="b">
            <a:noAutofit/>
          </a:bodyPr>
          <a:lstStyle>
            <a:lvl1pPr>
              <a:lnSpc>
                <a:spcPct val="100000"/>
              </a:lnSpc>
              <a:spcBef>
                <a:spcPts val="0"/>
              </a:spcBef>
              <a:defRPr sz="1800">
                <a:solidFill>
                  <a:schemeClr val="tx2"/>
                </a:solidFill>
              </a:defRPr>
            </a:lvl1pPr>
          </a:lstStyle>
          <a:p>
            <a:pPr lvl="0"/>
            <a:r>
              <a:rPr lang="en-GB" dirty="0"/>
              <a:t>Email</a:t>
            </a:r>
          </a:p>
        </p:txBody>
      </p:sp>
      <p:sp>
        <p:nvSpPr>
          <p:cNvPr id="16" name="Text Placeholder 168">
            <a:extLst>
              <a:ext uri="{FF2B5EF4-FFF2-40B4-BE49-F238E27FC236}">
                <a16:creationId xmlns:a16="http://schemas.microsoft.com/office/drawing/2014/main" id="{60839CC3-F057-6762-34B6-DE86CFD2B4B1}"/>
              </a:ext>
            </a:extLst>
          </p:cNvPr>
          <p:cNvSpPr>
            <a:spLocks noGrp="1"/>
          </p:cNvSpPr>
          <p:nvPr>
            <p:ph type="body" sz="quarter" idx="59" hasCustomPrompt="1"/>
          </p:nvPr>
        </p:nvSpPr>
        <p:spPr>
          <a:xfrm>
            <a:off x="5527856" y="2602431"/>
            <a:ext cx="360000" cy="360000"/>
          </a:xfrm>
          <a:prstGeom prst="ellipse">
            <a:avLst/>
          </a:prstGeom>
          <a:solidFill>
            <a:schemeClr val="accent2"/>
          </a:solidFill>
        </p:spPr>
        <p:txBody>
          <a:bodyPr wrap="square" anchor="ctr">
            <a:noAutofit/>
          </a:bodyPr>
          <a:lstStyle>
            <a:lvl1pPr>
              <a:lnSpc>
                <a:spcPct val="100000"/>
              </a:lnSpc>
              <a:spcBef>
                <a:spcPts val="0"/>
              </a:spcBef>
              <a:defRPr sz="1000">
                <a:solidFill>
                  <a:schemeClr val="accent1">
                    <a:alpha val="0"/>
                  </a:schemeClr>
                </a:solidFill>
              </a:defRPr>
            </a:lvl1pPr>
          </a:lstStyle>
          <a:p>
            <a:pPr lvl="0"/>
            <a:r>
              <a:rPr lang="en-GB" dirty="0"/>
              <a:t>.</a:t>
            </a:r>
          </a:p>
        </p:txBody>
      </p:sp>
      <p:sp>
        <p:nvSpPr>
          <p:cNvPr id="17" name="Text Placeholder 2">
            <a:extLst>
              <a:ext uri="{FF2B5EF4-FFF2-40B4-BE49-F238E27FC236}">
                <a16:creationId xmlns:a16="http://schemas.microsoft.com/office/drawing/2014/main" id="{CB5DB924-A38E-40F3-1175-FDA6F2E3B70C}"/>
              </a:ext>
            </a:extLst>
          </p:cNvPr>
          <p:cNvSpPr>
            <a:spLocks noGrp="1"/>
          </p:cNvSpPr>
          <p:nvPr>
            <p:ph type="body" sz="quarter" idx="60"/>
          </p:nvPr>
        </p:nvSpPr>
        <p:spPr>
          <a:xfrm>
            <a:off x="6095999" y="4096030"/>
            <a:ext cx="5508625" cy="549515"/>
          </a:xfrm>
        </p:spPr>
        <p:txBody>
          <a:bodyPr>
            <a:noAutofit/>
          </a:bodyPr>
          <a:lstStyle>
            <a:lvl1pP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8" name="Text Placeholder 7">
            <a:extLst>
              <a:ext uri="{FF2B5EF4-FFF2-40B4-BE49-F238E27FC236}">
                <a16:creationId xmlns:a16="http://schemas.microsoft.com/office/drawing/2014/main" id="{930EB6A9-0224-1171-DACA-AAEFB6FDC9CE}"/>
              </a:ext>
            </a:extLst>
          </p:cNvPr>
          <p:cNvSpPr>
            <a:spLocks noGrp="1"/>
          </p:cNvSpPr>
          <p:nvPr>
            <p:ph type="body" sz="quarter" idx="61" hasCustomPrompt="1"/>
          </p:nvPr>
        </p:nvSpPr>
        <p:spPr>
          <a:xfrm>
            <a:off x="6095999" y="3512937"/>
            <a:ext cx="5508625" cy="549515"/>
          </a:xfrm>
        </p:spPr>
        <p:txBody>
          <a:bodyPr anchor="b">
            <a:noAutofit/>
          </a:bodyPr>
          <a:lstStyle>
            <a:lvl1pPr>
              <a:lnSpc>
                <a:spcPct val="100000"/>
              </a:lnSpc>
              <a:spcBef>
                <a:spcPts val="0"/>
              </a:spcBef>
              <a:defRPr sz="1800">
                <a:solidFill>
                  <a:schemeClr val="tx2"/>
                </a:solidFill>
              </a:defRPr>
            </a:lvl1pPr>
          </a:lstStyle>
          <a:p>
            <a:pPr lvl="0"/>
            <a:r>
              <a:rPr lang="en-GB" dirty="0"/>
              <a:t>Phone Number</a:t>
            </a:r>
          </a:p>
        </p:txBody>
      </p:sp>
      <p:sp>
        <p:nvSpPr>
          <p:cNvPr id="19" name="Text Placeholder 168">
            <a:extLst>
              <a:ext uri="{FF2B5EF4-FFF2-40B4-BE49-F238E27FC236}">
                <a16:creationId xmlns:a16="http://schemas.microsoft.com/office/drawing/2014/main" id="{8D1B978A-B70D-A417-95C0-CF746E5E93EE}"/>
              </a:ext>
            </a:extLst>
          </p:cNvPr>
          <p:cNvSpPr>
            <a:spLocks noGrp="1"/>
          </p:cNvSpPr>
          <p:nvPr>
            <p:ph type="body" sz="quarter" idx="62" hasCustomPrompt="1"/>
          </p:nvPr>
        </p:nvSpPr>
        <p:spPr>
          <a:xfrm>
            <a:off x="5527856" y="3904125"/>
            <a:ext cx="360000" cy="360000"/>
          </a:xfrm>
          <a:prstGeom prst="ellipse">
            <a:avLst/>
          </a:prstGeom>
          <a:solidFill>
            <a:schemeClr val="accent2"/>
          </a:solidFill>
        </p:spPr>
        <p:txBody>
          <a:bodyPr wrap="square" anchor="ctr">
            <a:noAutofit/>
          </a:bodyPr>
          <a:lstStyle>
            <a:lvl1pPr>
              <a:lnSpc>
                <a:spcPct val="100000"/>
              </a:lnSpc>
              <a:spcBef>
                <a:spcPts val="0"/>
              </a:spcBef>
              <a:defRPr sz="1000">
                <a:solidFill>
                  <a:schemeClr val="accent1">
                    <a:alpha val="0"/>
                  </a:schemeClr>
                </a:solidFill>
              </a:defRPr>
            </a:lvl1pPr>
          </a:lstStyle>
          <a:p>
            <a:pPr lvl="0"/>
            <a:r>
              <a:rPr lang="en-GB" dirty="0"/>
              <a:t>.</a:t>
            </a:r>
          </a:p>
        </p:txBody>
      </p:sp>
      <p:sp>
        <p:nvSpPr>
          <p:cNvPr id="20" name="Text Placeholder 2">
            <a:extLst>
              <a:ext uri="{FF2B5EF4-FFF2-40B4-BE49-F238E27FC236}">
                <a16:creationId xmlns:a16="http://schemas.microsoft.com/office/drawing/2014/main" id="{A1AEADCA-6971-55A1-2ADF-C5648A1FE731}"/>
              </a:ext>
            </a:extLst>
          </p:cNvPr>
          <p:cNvSpPr>
            <a:spLocks noGrp="1"/>
          </p:cNvSpPr>
          <p:nvPr>
            <p:ph type="body" sz="quarter" idx="63"/>
          </p:nvPr>
        </p:nvSpPr>
        <p:spPr>
          <a:xfrm>
            <a:off x="6095999" y="5397723"/>
            <a:ext cx="5508625" cy="549515"/>
          </a:xfrm>
        </p:spPr>
        <p:txBody>
          <a:bodyPr>
            <a:noAutofit/>
          </a:bodyPr>
          <a:lstStyle>
            <a:lvl1pP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21" name="Text Placeholder 7">
            <a:extLst>
              <a:ext uri="{FF2B5EF4-FFF2-40B4-BE49-F238E27FC236}">
                <a16:creationId xmlns:a16="http://schemas.microsoft.com/office/drawing/2014/main" id="{0484C7F3-D302-6CC0-4ED0-1F9B19CD72A8}"/>
              </a:ext>
            </a:extLst>
          </p:cNvPr>
          <p:cNvSpPr>
            <a:spLocks noGrp="1"/>
          </p:cNvSpPr>
          <p:nvPr>
            <p:ph type="body" sz="quarter" idx="64" hasCustomPrompt="1"/>
          </p:nvPr>
        </p:nvSpPr>
        <p:spPr>
          <a:xfrm>
            <a:off x="6095999" y="4814630"/>
            <a:ext cx="5508625" cy="549515"/>
          </a:xfrm>
        </p:spPr>
        <p:txBody>
          <a:bodyPr anchor="b">
            <a:noAutofit/>
          </a:bodyPr>
          <a:lstStyle>
            <a:lvl1pPr>
              <a:lnSpc>
                <a:spcPct val="100000"/>
              </a:lnSpc>
              <a:spcBef>
                <a:spcPts val="0"/>
              </a:spcBef>
              <a:defRPr sz="1800">
                <a:solidFill>
                  <a:schemeClr val="tx2"/>
                </a:solidFill>
              </a:defRPr>
            </a:lvl1pPr>
          </a:lstStyle>
          <a:p>
            <a:pPr lvl="0"/>
            <a:r>
              <a:rPr lang="en-GB" dirty="0"/>
              <a:t>Location</a:t>
            </a:r>
          </a:p>
        </p:txBody>
      </p:sp>
      <p:sp>
        <p:nvSpPr>
          <p:cNvPr id="22" name="Text Placeholder 168">
            <a:extLst>
              <a:ext uri="{FF2B5EF4-FFF2-40B4-BE49-F238E27FC236}">
                <a16:creationId xmlns:a16="http://schemas.microsoft.com/office/drawing/2014/main" id="{240E1128-1AC6-6F41-37ED-6C390F770AA5}"/>
              </a:ext>
            </a:extLst>
          </p:cNvPr>
          <p:cNvSpPr>
            <a:spLocks noGrp="1"/>
          </p:cNvSpPr>
          <p:nvPr>
            <p:ph type="body" sz="quarter" idx="65" hasCustomPrompt="1"/>
          </p:nvPr>
        </p:nvSpPr>
        <p:spPr>
          <a:xfrm>
            <a:off x="5527856" y="5205818"/>
            <a:ext cx="360000" cy="360000"/>
          </a:xfrm>
          <a:prstGeom prst="ellipse">
            <a:avLst/>
          </a:prstGeom>
          <a:solidFill>
            <a:schemeClr val="accent2"/>
          </a:solidFill>
        </p:spPr>
        <p:txBody>
          <a:bodyPr wrap="square" anchor="ctr">
            <a:noAutofit/>
          </a:bodyPr>
          <a:lstStyle>
            <a:lvl1pPr>
              <a:lnSpc>
                <a:spcPct val="100000"/>
              </a:lnSpc>
              <a:spcBef>
                <a:spcPts val="0"/>
              </a:spcBef>
              <a:defRPr sz="1000">
                <a:solidFill>
                  <a:schemeClr val="accent1">
                    <a:alpha val="0"/>
                  </a:schemeClr>
                </a:solidFill>
              </a:defRPr>
            </a:lvl1pPr>
          </a:lstStyle>
          <a:p>
            <a:pPr lvl="0"/>
            <a:r>
              <a:rPr lang="en-GB" dirty="0"/>
              <a:t>.</a:t>
            </a:r>
          </a:p>
        </p:txBody>
      </p:sp>
    </p:spTree>
    <p:extLst>
      <p:ext uri="{BB962C8B-B14F-4D97-AF65-F5344CB8AC3E}">
        <p14:creationId xmlns:p14="http://schemas.microsoft.com/office/powerpoint/2010/main" val="34256868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act Us S05V2">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71DA8B0-9510-401D-EB48-889A0B56AA90}"/>
              </a:ext>
            </a:extLst>
          </p:cNvPr>
          <p:cNvSpPr>
            <a:spLocks noGrp="1"/>
          </p:cNvSpPr>
          <p:nvPr>
            <p:ph type="title"/>
          </p:nvPr>
        </p:nvSpPr>
        <p:spPr>
          <a:xfrm>
            <a:off x="587374" y="2286000"/>
            <a:ext cx="3492501" cy="2286000"/>
          </a:xfrm>
          <a:prstGeom prst="rect">
            <a:avLst/>
          </a:prstGeom>
        </p:spPr>
        <p:txBody>
          <a:bodyPr anchor="ctr">
            <a:noAutofit/>
          </a:bodyPr>
          <a:lstStyle>
            <a:lvl1pPr>
              <a:defRPr>
                <a:solidFill>
                  <a:schemeClr val="tx1"/>
                </a:solidFill>
              </a:defRPr>
            </a:lvl1pPr>
          </a:lstStyle>
          <a:p>
            <a:r>
              <a:rPr lang="en-US" dirty="0"/>
              <a:t>Click to edit Master title style</a:t>
            </a:r>
            <a:endParaRPr lang="en-ID" dirty="0"/>
          </a:p>
        </p:txBody>
      </p:sp>
      <p:sp>
        <p:nvSpPr>
          <p:cNvPr id="4" name="Text Placeholder 3">
            <a:extLst>
              <a:ext uri="{FF2B5EF4-FFF2-40B4-BE49-F238E27FC236}">
                <a16:creationId xmlns:a16="http://schemas.microsoft.com/office/drawing/2014/main" id="{70EABC1D-0D1D-7F1A-241F-785E2076ECE0}"/>
              </a:ext>
            </a:extLst>
          </p:cNvPr>
          <p:cNvSpPr>
            <a:spLocks noGrp="1"/>
          </p:cNvSpPr>
          <p:nvPr>
            <p:ph type="body" sz="quarter" idx="47"/>
          </p:nvPr>
        </p:nvSpPr>
        <p:spPr>
          <a:xfrm>
            <a:off x="5353316" y="1153611"/>
            <a:ext cx="513817" cy="513817"/>
          </a:xfrm>
          <a:custGeom>
            <a:avLst/>
            <a:gdLst>
              <a:gd name="connsiteX0" fmla="*/ 391447 w 513817"/>
              <a:gd name="connsiteY0" fmla="*/ 270430 h 513817"/>
              <a:gd name="connsiteX1" fmla="*/ 294093 w 513817"/>
              <a:gd name="connsiteY1" fmla="*/ 469872 h 513817"/>
              <a:gd name="connsiteX2" fmla="*/ 472576 w 513817"/>
              <a:gd name="connsiteY2" fmla="*/ 270430 h 513817"/>
              <a:gd name="connsiteX3" fmla="*/ 270430 w 513817"/>
              <a:gd name="connsiteY3" fmla="*/ 270430 h 513817"/>
              <a:gd name="connsiteX4" fmla="*/ 270430 w 513817"/>
              <a:gd name="connsiteY4" fmla="*/ 456351 h 513817"/>
              <a:gd name="connsiteX5" fmla="*/ 364404 w 513817"/>
              <a:gd name="connsiteY5" fmla="*/ 270430 h 513817"/>
              <a:gd name="connsiteX6" fmla="*/ 149413 w 513817"/>
              <a:gd name="connsiteY6" fmla="*/ 270430 h 513817"/>
              <a:gd name="connsiteX7" fmla="*/ 243387 w 513817"/>
              <a:gd name="connsiteY7" fmla="*/ 456351 h 513817"/>
              <a:gd name="connsiteX8" fmla="*/ 243387 w 513817"/>
              <a:gd name="connsiteY8" fmla="*/ 270430 h 513817"/>
              <a:gd name="connsiteX9" fmla="*/ 41241 w 513817"/>
              <a:gd name="connsiteY9" fmla="*/ 270430 h 513817"/>
              <a:gd name="connsiteX10" fmla="*/ 219724 w 513817"/>
              <a:gd name="connsiteY10" fmla="*/ 469872 h 513817"/>
              <a:gd name="connsiteX11" fmla="*/ 122370 w 513817"/>
              <a:gd name="connsiteY11" fmla="*/ 270430 h 513817"/>
              <a:gd name="connsiteX12" fmla="*/ 270430 w 513817"/>
              <a:gd name="connsiteY12" fmla="*/ 57466 h 513817"/>
              <a:gd name="connsiteX13" fmla="*/ 270430 w 513817"/>
              <a:gd name="connsiteY13" fmla="*/ 243387 h 513817"/>
              <a:gd name="connsiteX14" fmla="*/ 364404 w 513817"/>
              <a:gd name="connsiteY14" fmla="*/ 243387 h 513817"/>
              <a:gd name="connsiteX15" fmla="*/ 270430 w 513817"/>
              <a:gd name="connsiteY15" fmla="*/ 57466 h 513817"/>
              <a:gd name="connsiteX16" fmla="*/ 243387 w 513817"/>
              <a:gd name="connsiteY16" fmla="*/ 57466 h 513817"/>
              <a:gd name="connsiteX17" fmla="*/ 149413 w 513817"/>
              <a:gd name="connsiteY17" fmla="*/ 243387 h 513817"/>
              <a:gd name="connsiteX18" fmla="*/ 243387 w 513817"/>
              <a:gd name="connsiteY18" fmla="*/ 243387 h 513817"/>
              <a:gd name="connsiteX19" fmla="*/ 294093 w 513817"/>
              <a:gd name="connsiteY19" fmla="*/ 43945 h 513817"/>
              <a:gd name="connsiteX20" fmla="*/ 391447 w 513817"/>
              <a:gd name="connsiteY20" fmla="*/ 243387 h 513817"/>
              <a:gd name="connsiteX21" fmla="*/ 472576 w 513817"/>
              <a:gd name="connsiteY21" fmla="*/ 243387 h 513817"/>
              <a:gd name="connsiteX22" fmla="*/ 294093 w 513817"/>
              <a:gd name="connsiteY22" fmla="*/ 43945 h 513817"/>
              <a:gd name="connsiteX23" fmla="*/ 219724 w 513817"/>
              <a:gd name="connsiteY23" fmla="*/ 43945 h 513817"/>
              <a:gd name="connsiteX24" fmla="*/ 41241 w 513817"/>
              <a:gd name="connsiteY24" fmla="*/ 243387 h 513817"/>
              <a:gd name="connsiteX25" fmla="*/ 122370 w 513817"/>
              <a:gd name="connsiteY25" fmla="*/ 243387 h 513817"/>
              <a:gd name="connsiteX26" fmla="*/ 219724 w 513817"/>
              <a:gd name="connsiteY26" fmla="*/ 43945 h 513817"/>
              <a:gd name="connsiteX27" fmla="*/ 256909 w 513817"/>
              <a:gd name="connsiteY27" fmla="*/ 0 h 513817"/>
              <a:gd name="connsiteX28" fmla="*/ 513817 w 513817"/>
              <a:gd name="connsiteY28" fmla="*/ 256909 h 513817"/>
              <a:gd name="connsiteX29" fmla="*/ 256909 w 513817"/>
              <a:gd name="connsiteY29" fmla="*/ 513817 h 513817"/>
              <a:gd name="connsiteX30" fmla="*/ 0 w 513817"/>
              <a:gd name="connsiteY30" fmla="*/ 256909 h 513817"/>
              <a:gd name="connsiteX31" fmla="*/ 256909 w 513817"/>
              <a:gd name="connsiteY31" fmla="*/ 0 h 513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13817" h="513817">
                <a:moveTo>
                  <a:pt x="391447" y="270430"/>
                </a:moveTo>
                <a:cubicBezTo>
                  <a:pt x="386715" y="347503"/>
                  <a:pt x="338038" y="415786"/>
                  <a:pt x="294093" y="469872"/>
                </a:cubicBezTo>
                <a:cubicBezTo>
                  <a:pt x="391447" y="452970"/>
                  <a:pt x="466492" y="371165"/>
                  <a:pt x="472576" y="270430"/>
                </a:cubicBezTo>
                <a:close/>
                <a:moveTo>
                  <a:pt x="270430" y="270430"/>
                </a:moveTo>
                <a:lnTo>
                  <a:pt x="270430" y="456351"/>
                </a:lnTo>
                <a:cubicBezTo>
                  <a:pt x="313699" y="402941"/>
                  <a:pt x="358996" y="340066"/>
                  <a:pt x="364404" y="270430"/>
                </a:cubicBezTo>
                <a:close/>
                <a:moveTo>
                  <a:pt x="149413" y="270430"/>
                </a:moveTo>
                <a:cubicBezTo>
                  <a:pt x="154821" y="340066"/>
                  <a:pt x="200118" y="402941"/>
                  <a:pt x="243387" y="456351"/>
                </a:cubicBezTo>
                <a:lnTo>
                  <a:pt x="243387" y="270430"/>
                </a:lnTo>
                <a:close/>
                <a:moveTo>
                  <a:pt x="41241" y="270430"/>
                </a:moveTo>
                <a:cubicBezTo>
                  <a:pt x="47325" y="371165"/>
                  <a:pt x="122370" y="452970"/>
                  <a:pt x="219724" y="469872"/>
                </a:cubicBezTo>
                <a:cubicBezTo>
                  <a:pt x="175780" y="415786"/>
                  <a:pt x="127778" y="347503"/>
                  <a:pt x="122370" y="270430"/>
                </a:cubicBezTo>
                <a:close/>
                <a:moveTo>
                  <a:pt x="270430" y="57466"/>
                </a:moveTo>
                <a:lnTo>
                  <a:pt x="270430" y="243387"/>
                </a:lnTo>
                <a:lnTo>
                  <a:pt x="364404" y="243387"/>
                </a:lnTo>
                <a:cubicBezTo>
                  <a:pt x="358996" y="173075"/>
                  <a:pt x="313699" y="110876"/>
                  <a:pt x="270430" y="57466"/>
                </a:cubicBezTo>
                <a:close/>
                <a:moveTo>
                  <a:pt x="243387" y="57466"/>
                </a:moveTo>
                <a:cubicBezTo>
                  <a:pt x="200118" y="110876"/>
                  <a:pt x="154821" y="173751"/>
                  <a:pt x="149413" y="243387"/>
                </a:cubicBezTo>
                <a:lnTo>
                  <a:pt x="243387" y="243387"/>
                </a:lnTo>
                <a:close/>
                <a:moveTo>
                  <a:pt x="294093" y="43945"/>
                </a:moveTo>
                <a:cubicBezTo>
                  <a:pt x="338038" y="98031"/>
                  <a:pt x="386715" y="166314"/>
                  <a:pt x="391447" y="243387"/>
                </a:cubicBezTo>
                <a:lnTo>
                  <a:pt x="472576" y="243387"/>
                </a:lnTo>
                <a:cubicBezTo>
                  <a:pt x="466492" y="142652"/>
                  <a:pt x="391447" y="60847"/>
                  <a:pt x="294093" y="43945"/>
                </a:cubicBezTo>
                <a:close/>
                <a:moveTo>
                  <a:pt x="219724" y="43945"/>
                </a:moveTo>
                <a:cubicBezTo>
                  <a:pt x="122370" y="60847"/>
                  <a:pt x="47325" y="142652"/>
                  <a:pt x="41241" y="243387"/>
                </a:cubicBezTo>
                <a:lnTo>
                  <a:pt x="122370" y="243387"/>
                </a:lnTo>
                <a:cubicBezTo>
                  <a:pt x="127102" y="166314"/>
                  <a:pt x="175780" y="98031"/>
                  <a:pt x="219724" y="43945"/>
                </a:cubicBezTo>
                <a:close/>
                <a:moveTo>
                  <a:pt x="256909" y="0"/>
                </a:moveTo>
                <a:cubicBezTo>
                  <a:pt x="398884" y="0"/>
                  <a:pt x="513817" y="114933"/>
                  <a:pt x="513817" y="256909"/>
                </a:cubicBezTo>
                <a:cubicBezTo>
                  <a:pt x="513817" y="398884"/>
                  <a:pt x="398884" y="513817"/>
                  <a:pt x="256909" y="513817"/>
                </a:cubicBezTo>
                <a:cubicBezTo>
                  <a:pt x="114933" y="513817"/>
                  <a:pt x="0" y="398884"/>
                  <a:pt x="0" y="256909"/>
                </a:cubicBezTo>
                <a:cubicBezTo>
                  <a:pt x="0" y="114933"/>
                  <a:pt x="114933" y="0"/>
                  <a:pt x="256909"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lgn="ctr">
              <a:defRPr lang="en-GB" sz="1000" b="1" dirty="0">
                <a:solidFill>
                  <a:schemeClr val="lt1">
                    <a:alpha val="0"/>
                  </a:schemeClr>
                </a:solidFill>
              </a:defRPr>
            </a:lvl1pPr>
          </a:lstStyle>
          <a:p>
            <a:pPr lvl="0" algn="ctr"/>
            <a:endParaRPr lang="en-GB" dirty="0"/>
          </a:p>
        </p:txBody>
      </p:sp>
      <p:sp>
        <p:nvSpPr>
          <p:cNvPr id="7" name="Text Placeholder 5">
            <a:extLst>
              <a:ext uri="{FF2B5EF4-FFF2-40B4-BE49-F238E27FC236}">
                <a16:creationId xmlns:a16="http://schemas.microsoft.com/office/drawing/2014/main" id="{9E09C495-C35C-659F-DA00-566E7704954A}"/>
              </a:ext>
            </a:extLst>
          </p:cNvPr>
          <p:cNvSpPr>
            <a:spLocks noGrp="1"/>
          </p:cNvSpPr>
          <p:nvPr>
            <p:ph type="body" sz="quarter" idx="43"/>
          </p:nvPr>
        </p:nvSpPr>
        <p:spPr>
          <a:xfrm>
            <a:off x="5339795" y="2428177"/>
            <a:ext cx="540860" cy="594946"/>
          </a:xfrm>
          <a:custGeom>
            <a:avLst/>
            <a:gdLst>
              <a:gd name="connsiteX0" fmla="*/ 270768 w 540860"/>
              <a:gd name="connsiteY0" fmla="*/ 393307 h 594946"/>
              <a:gd name="connsiteX1" fmla="*/ 205527 w 540860"/>
              <a:gd name="connsiteY1" fmla="*/ 419167 h 594946"/>
              <a:gd name="connsiteX2" fmla="*/ 196062 w 540860"/>
              <a:gd name="connsiteY2" fmla="*/ 427956 h 594946"/>
              <a:gd name="connsiteX3" fmla="*/ 62199 w 540860"/>
              <a:gd name="connsiteY3" fmla="*/ 554382 h 594946"/>
              <a:gd name="connsiteX4" fmla="*/ 478661 w 540860"/>
              <a:gd name="connsiteY4" fmla="*/ 554382 h 594946"/>
              <a:gd name="connsiteX5" fmla="*/ 345474 w 540860"/>
              <a:gd name="connsiteY5" fmla="*/ 427956 h 594946"/>
              <a:gd name="connsiteX6" fmla="*/ 336009 w 540860"/>
              <a:gd name="connsiteY6" fmla="*/ 419167 h 594946"/>
              <a:gd name="connsiteX7" fmla="*/ 270768 w 540860"/>
              <a:gd name="connsiteY7" fmla="*/ 393307 h 594946"/>
              <a:gd name="connsiteX8" fmla="*/ 500296 w 540860"/>
              <a:gd name="connsiteY8" fmla="*/ 281247 h 594946"/>
              <a:gd name="connsiteX9" fmla="*/ 365081 w 540860"/>
              <a:gd name="connsiteY9" fmla="*/ 409701 h 594946"/>
              <a:gd name="connsiteX10" fmla="*/ 500296 w 540860"/>
              <a:gd name="connsiteY10" fmla="*/ 538156 h 594946"/>
              <a:gd name="connsiteX11" fmla="*/ 40565 w 540860"/>
              <a:gd name="connsiteY11" fmla="*/ 280571 h 594946"/>
              <a:gd name="connsiteX12" fmla="*/ 40565 w 540860"/>
              <a:gd name="connsiteY12" fmla="*/ 537480 h 594946"/>
              <a:gd name="connsiteX13" fmla="*/ 175780 w 540860"/>
              <a:gd name="connsiteY13" fmla="*/ 409025 h 594946"/>
              <a:gd name="connsiteX14" fmla="*/ 270429 w 540860"/>
              <a:gd name="connsiteY14" fmla="*/ 215668 h 594946"/>
              <a:gd name="connsiteX15" fmla="*/ 248795 w 540860"/>
              <a:gd name="connsiteY15" fmla="*/ 237302 h 594946"/>
              <a:gd name="connsiteX16" fmla="*/ 270429 w 540860"/>
              <a:gd name="connsiteY16" fmla="*/ 258936 h 594946"/>
              <a:gd name="connsiteX17" fmla="*/ 292064 w 540860"/>
              <a:gd name="connsiteY17" fmla="*/ 237302 h 594946"/>
              <a:gd name="connsiteX18" fmla="*/ 270429 w 540860"/>
              <a:gd name="connsiteY18" fmla="*/ 215668 h 594946"/>
              <a:gd name="connsiteX19" fmla="*/ 271105 w 540860"/>
              <a:gd name="connsiteY19" fmla="*/ 147384 h 594946"/>
              <a:gd name="connsiteX20" fmla="*/ 358995 w 540860"/>
              <a:gd name="connsiteY20" fmla="*/ 235274 h 594946"/>
              <a:gd name="connsiteX21" fmla="*/ 358995 w 540860"/>
              <a:gd name="connsiteY21" fmla="*/ 256908 h 594946"/>
              <a:gd name="connsiteX22" fmla="*/ 337361 w 540860"/>
              <a:gd name="connsiteY22" fmla="*/ 278543 h 594946"/>
              <a:gd name="connsiteX23" fmla="*/ 304233 w 540860"/>
              <a:gd name="connsiteY23" fmla="*/ 263669 h 594946"/>
              <a:gd name="connsiteX24" fmla="*/ 248119 w 540860"/>
              <a:gd name="connsiteY24" fmla="*/ 272458 h 594946"/>
              <a:gd name="connsiteX25" fmla="*/ 229865 w 540860"/>
              <a:gd name="connsiteY25" fmla="*/ 219048 h 594946"/>
              <a:gd name="connsiteX26" fmla="*/ 279218 w 540860"/>
              <a:gd name="connsiteY26" fmla="*/ 192005 h 594946"/>
              <a:gd name="connsiteX27" fmla="*/ 315050 w 540860"/>
              <a:gd name="connsiteY27" fmla="*/ 235950 h 594946"/>
              <a:gd name="connsiteX28" fmla="*/ 336685 w 540860"/>
              <a:gd name="connsiteY28" fmla="*/ 257584 h 594946"/>
              <a:gd name="connsiteX29" fmla="*/ 336685 w 540860"/>
              <a:gd name="connsiteY29" fmla="*/ 235950 h 594946"/>
              <a:gd name="connsiteX30" fmla="*/ 271105 w 540860"/>
              <a:gd name="connsiteY30" fmla="*/ 170371 h 594946"/>
              <a:gd name="connsiteX31" fmla="*/ 205526 w 540860"/>
              <a:gd name="connsiteY31" fmla="*/ 235950 h 594946"/>
              <a:gd name="connsiteX32" fmla="*/ 270429 w 540860"/>
              <a:gd name="connsiteY32" fmla="*/ 301529 h 594946"/>
              <a:gd name="connsiteX33" fmla="*/ 303557 w 540860"/>
              <a:gd name="connsiteY33" fmla="*/ 293416 h 594946"/>
              <a:gd name="connsiteX34" fmla="*/ 319107 w 540860"/>
              <a:gd name="connsiteY34" fmla="*/ 298149 h 594946"/>
              <a:gd name="connsiteX35" fmla="*/ 314374 w 540860"/>
              <a:gd name="connsiteY35" fmla="*/ 313698 h 594946"/>
              <a:gd name="connsiteX36" fmla="*/ 270429 w 540860"/>
              <a:gd name="connsiteY36" fmla="*/ 324516 h 594946"/>
              <a:gd name="connsiteX37" fmla="*/ 183216 w 540860"/>
              <a:gd name="connsiteY37" fmla="*/ 235274 h 594946"/>
              <a:gd name="connsiteX38" fmla="*/ 271105 w 540860"/>
              <a:gd name="connsiteY38" fmla="*/ 147384 h 594946"/>
              <a:gd name="connsiteX39" fmla="*/ 135215 w 540860"/>
              <a:gd name="connsiteY39" fmla="*/ 108172 h 594946"/>
              <a:gd name="connsiteX40" fmla="*/ 135215 w 540860"/>
              <a:gd name="connsiteY40" fmla="*/ 333305 h 594946"/>
              <a:gd name="connsiteX41" fmla="*/ 196062 w 540860"/>
              <a:gd name="connsiteY41" fmla="*/ 391447 h 594946"/>
              <a:gd name="connsiteX42" fmla="*/ 344798 w 540860"/>
              <a:gd name="connsiteY42" fmla="*/ 391447 h 594946"/>
              <a:gd name="connsiteX43" fmla="*/ 405645 w 540860"/>
              <a:gd name="connsiteY43" fmla="*/ 333305 h 594946"/>
              <a:gd name="connsiteX44" fmla="*/ 405645 w 540860"/>
              <a:gd name="connsiteY44" fmla="*/ 108172 h 594946"/>
              <a:gd name="connsiteX45" fmla="*/ 270430 w 540860"/>
              <a:gd name="connsiteY45" fmla="*/ 0 h 594946"/>
              <a:gd name="connsiteX46" fmla="*/ 351559 w 540860"/>
              <a:gd name="connsiteY46" fmla="*/ 67608 h 594946"/>
              <a:gd name="connsiteX47" fmla="*/ 446210 w 540860"/>
              <a:gd name="connsiteY47" fmla="*/ 67608 h 594946"/>
              <a:gd name="connsiteX48" fmla="*/ 446210 w 540860"/>
              <a:gd name="connsiteY48" fmla="*/ 126426 h 594946"/>
              <a:gd name="connsiteX49" fmla="*/ 540860 w 540860"/>
              <a:gd name="connsiteY49" fmla="*/ 217020 h 594946"/>
              <a:gd name="connsiteX50" fmla="*/ 540860 w 540860"/>
              <a:gd name="connsiteY50" fmla="*/ 594946 h 594946"/>
              <a:gd name="connsiteX51" fmla="*/ 0 w 540860"/>
              <a:gd name="connsiteY51" fmla="*/ 594946 h 594946"/>
              <a:gd name="connsiteX52" fmla="*/ 0 w 540860"/>
              <a:gd name="connsiteY52" fmla="*/ 217020 h 594946"/>
              <a:gd name="connsiteX53" fmla="*/ 94651 w 540860"/>
              <a:gd name="connsiteY53" fmla="*/ 127102 h 594946"/>
              <a:gd name="connsiteX54" fmla="*/ 94651 w 540860"/>
              <a:gd name="connsiteY54" fmla="*/ 67608 h 594946"/>
              <a:gd name="connsiteX55" fmla="*/ 189301 w 540860"/>
              <a:gd name="connsiteY55" fmla="*/ 67608 h 594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40860" h="594946">
                <a:moveTo>
                  <a:pt x="270768" y="393307"/>
                </a:moveTo>
                <a:cubicBezTo>
                  <a:pt x="247275" y="393307"/>
                  <a:pt x="223781" y="401927"/>
                  <a:pt x="205527" y="419167"/>
                </a:cubicBezTo>
                <a:lnTo>
                  <a:pt x="196062" y="427956"/>
                </a:lnTo>
                <a:lnTo>
                  <a:pt x="62199" y="554382"/>
                </a:lnTo>
                <a:lnTo>
                  <a:pt x="478661" y="554382"/>
                </a:lnTo>
                <a:lnTo>
                  <a:pt x="345474" y="427956"/>
                </a:lnTo>
                <a:lnTo>
                  <a:pt x="336009" y="419167"/>
                </a:lnTo>
                <a:cubicBezTo>
                  <a:pt x="317755" y="401927"/>
                  <a:pt x="294262" y="393307"/>
                  <a:pt x="270768" y="393307"/>
                </a:cubicBezTo>
                <a:close/>
                <a:moveTo>
                  <a:pt x="500296" y="281247"/>
                </a:moveTo>
                <a:lnTo>
                  <a:pt x="365081" y="409701"/>
                </a:lnTo>
                <a:lnTo>
                  <a:pt x="500296" y="538156"/>
                </a:lnTo>
                <a:close/>
                <a:moveTo>
                  <a:pt x="40565" y="280571"/>
                </a:moveTo>
                <a:lnTo>
                  <a:pt x="40565" y="537480"/>
                </a:lnTo>
                <a:lnTo>
                  <a:pt x="175780" y="409025"/>
                </a:lnTo>
                <a:close/>
                <a:moveTo>
                  <a:pt x="270429" y="215668"/>
                </a:moveTo>
                <a:cubicBezTo>
                  <a:pt x="258936" y="215668"/>
                  <a:pt x="248795" y="225133"/>
                  <a:pt x="248795" y="237302"/>
                </a:cubicBezTo>
                <a:cubicBezTo>
                  <a:pt x="248795" y="248795"/>
                  <a:pt x="258260" y="258936"/>
                  <a:pt x="270429" y="258936"/>
                </a:cubicBezTo>
                <a:cubicBezTo>
                  <a:pt x="282599" y="258936"/>
                  <a:pt x="292064" y="249471"/>
                  <a:pt x="292064" y="237302"/>
                </a:cubicBezTo>
                <a:cubicBezTo>
                  <a:pt x="292064" y="225133"/>
                  <a:pt x="282599" y="215668"/>
                  <a:pt x="270429" y="215668"/>
                </a:cubicBezTo>
                <a:close/>
                <a:moveTo>
                  <a:pt x="271105" y="147384"/>
                </a:moveTo>
                <a:cubicBezTo>
                  <a:pt x="319783" y="147384"/>
                  <a:pt x="358995" y="186596"/>
                  <a:pt x="358995" y="235274"/>
                </a:cubicBezTo>
                <a:lnTo>
                  <a:pt x="358995" y="256908"/>
                </a:lnTo>
                <a:cubicBezTo>
                  <a:pt x="358995" y="269078"/>
                  <a:pt x="349530" y="278543"/>
                  <a:pt x="337361" y="278543"/>
                </a:cubicBezTo>
                <a:cubicBezTo>
                  <a:pt x="324515" y="278543"/>
                  <a:pt x="312346" y="273134"/>
                  <a:pt x="304233" y="263669"/>
                </a:cubicBezTo>
                <a:cubicBezTo>
                  <a:pt x="290035" y="279895"/>
                  <a:pt x="266373" y="283275"/>
                  <a:pt x="248119" y="272458"/>
                </a:cubicBezTo>
                <a:cubicBezTo>
                  <a:pt x="229865" y="261641"/>
                  <a:pt x="222428" y="238654"/>
                  <a:pt x="229865" y="219048"/>
                </a:cubicBezTo>
                <a:cubicBezTo>
                  <a:pt x="237302" y="199442"/>
                  <a:pt x="258260" y="187949"/>
                  <a:pt x="279218" y="192005"/>
                </a:cubicBezTo>
                <a:cubicBezTo>
                  <a:pt x="300177" y="196061"/>
                  <a:pt x="315050" y="214315"/>
                  <a:pt x="315050" y="235950"/>
                </a:cubicBezTo>
                <a:cubicBezTo>
                  <a:pt x="315050" y="248119"/>
                  <a:pt x="324515" y="257584"/>
                  <a:pt x="336685" y="257584"/>
                </a:cubicBezTo>
                <a:lnTo>
                  <a:pt x="336685" y="235950"/>
                </a:lnTo>
                <a:cubicBezTo>
                  <a:pt x="336685" y="199442"/>
                  <a:pt x="306937" y="170371"/>
                  <a:pt x="271105" y="170371"/>
                </a:cubicBezTo>
                <a:cubicBezTo>
                  <a:pt x="235273" y="170371"/>
                  <a:pt x="205526" y="200118"/>
                  <a:pt x="205526" y="235950"/>
                </a:cubicBezTo>
                <a:cubicBezTo>
                  <a:pt x="204850" y="271782"/>
                  <a:pt x="234597" y="301529"/>
                  <a:pt x="270429" y="301529"/>
                </a:cubicBezTo>
                <a:cubicBezTo>
                  <a:pt x="281923" y="301529"/>
                  <a:pt x="293416" y="298825"/>
                  <a:pt x="303557" y="293416"/>
                </a:cubicBezTo>
                <a:cubicBezTo>
                  <a:pt x="308966" y="290712"/>
                  <a:pt x="315726" y="292740"/>
                  <a:pt x="319107" y="298149"/>
                </a:cubicBezTo>
                <a:cubicBezTo>
                  <a:pt x="321811" y="303557"/>
                  <a:pt x="319783" y="310318"/>
                  <a:pt x="314374" y="313698"/>
                </a:cubicBezTo>
                <a:cubicBezTo>
                  <a:pt x="300853" y="320459"/>
                  <a:pt x="285979" y="324516"/>
                  <a:pt x="270429" y="324516"/>
                </a:cubicBezTo>
                <a:cubicBezTo>
                  <a:pt x="221752" y="323840"/>
                  <a:pt x="182540" y="284627"/>
                  <a:pt x="183216" y="235274"/>
                </a:cubicBezTo>
                <a:cubicBezTo>
                  <a:pt x="183216" y="186596"/>
                  <a:pt x="222428" y="147384"/>
                  <a:pt x="271105" y="147384"/>
                </a:cubicBezTo>
                <a:close/>
                <a:moveTo>
                  <a:pt x="135215" y="108172"/>
                </a:moveTo>
                <a:lnTo>
                  <a:pt x="135215" y="333305"/>
                </a:lnTo>
                <a:lnTo>
                  <a:pt x="196062" y="391447"/>
                </a:lnTo>
                <a:cubicBezTo>
                  <a:pt x="240007" y="357644"/>
                  <a:pt x="300853" y="357644"/>
                  <a:pt x="344798" y="391447"/>
                </a:cubicBezTo>
                <a:lnTo>
                  <a:pt x="405645" y="333305"/>
                </a:lnTo>
                <a:lnTo>
                  <a:pt x="405645" y="108172"/>
                </a:lnTo>
                <a:close/>
                <a:moveTo>
                  <a:pt x="270430" y="0"/>
                </a:moveTo>
                <a:lnTo>
                  <a:pt x="351559" y="67608"/>
                </a:lnTo>
                <a:lnTo>
                  <a:pt x="446210" y="67608"/>
                </a:lnTo>
                <a:lnTo>
                  <a:pt x="446210" y="126426"/>
                </a:lnTo>
                <a:lnTo>
                  <a:pt x="540860" y="217020"/>
                </a:lnTo>
                <a:lnTo>
                  <a:pt x="540860" y="594946"/>
                </a:lnTo>
                <a:lnTo>
                  <a:pt x="0" y="594946"/>
                </a:lnTo>
                <a:lnTo>
                  <a:pt x="0" y="217020"/>
                </a:lnTo>
                <a:lnTo>
                  <a:pt x="94651" y="127102"/>
                </a:lnTo>
                <a:lnTo>
                  <a:pt x="94651" y="67608"/>
                </a:lnTo>
                <a:lnTo>
                  <a:pt x="189301" y="67608"/>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lgn="ctr">
              <a:defRPr lang="en-GB" sz="1000" b="1" dirty="0">
                <a:solidFill>
                  <a:schemeClr val="lt1">
                    <a:alpha val="0"/>
                  </a:schemeClr>
                </a:solidFill>
              </a:defRPr>
            </a:lvl1pPr>
          </a:lstStyle>
          <a:p>
            <a:pPr lvl="0" algn="ctr"/>
            <a:endParaRPr lang="en-GB" dirty="0"/>
          </a:p>
        </p:txBody>
      </p:sp>
      <p:sp>
        <p:nvSpPr>
          <p:cNvPr id="8" name="Text Placeholder 7">
            <a:extLst>
              <a:ext uri="{FF2B5EF4-FFF2-40B4-BE49-F238E27FC236}">
                <a16:creationId xmlns:a16="http://schemas.microsoft.com/office/drawing/2014/main" id="{8630586E-4471-526A-42E2-0496F61DF90A}"/>
              </a:ext>
            </a:extLst>
          </p:cNvPr>
          <p:cNvSpPr>
            <a:spLocks noGrp="1"/>
          </p:cNvSpPr>
          <p:nvPr>
            <p:ph type="body" sz="quarter" idx="48"/>
          </p:nvPr>
        </p:nvSpPr>
        <p:spPr>
          <a:xfrm>
            <a:off x="5340136" y="3783872"/>
            <a:ext cx="539842" cy="541115"/>
          </a:xfrm>
          <a:custGeom>
            <a:avLst/>
            <a:gdLst>
              <a:gd name="connsiteX0" fmla="*/ 417472 w 539842"/>
              <a:gd name="connsiteY0" fmla="*/ 321135 h 541115"/>
              <a:gd name="connsiteX1" fmla="*/ 438431 w 539842"/>
              <a:gd name="connsiteY1" fmla="*/ 329924 h 541115"/>
              <a:gd name="connsiteX2" fmla="*/ 531729 w 539842"/>
              <a:gd name="connsiteY2" fmla="*/ 423222 h 541115"/>
              <a:gd name="connsiteX3" fmla="*/ 539842 w 539842"/>
              <a:gd name="connsiteY3" fmla="*/ 444181 h 541115"/>
              <a:gd name="connsiteX4" fmla="*/ 531053 w 539842"/>
              <a:gd name="connsiteY4" fmla="*/ 465139 h 541115"/>
              <a:gd name="connsiteX5" fmla="*/ 520912 w 539842"/>
              <a:gd name="connsiteY5" fmla="*/ 475280 h 541115"/>
              <a:gd name="connsiteX6" fmla="*/ 386373 w 539842"/>
              <a:gd name="connsiteY6" fmla="*/ 340741 h 541115"/>
              <a:gd name="connsiteX7" fmla="*/ 396514 w 539842"/>
              <a:gd name="connsiteY7" fmla="*/ 329924 h 541115"/>
              <a:gd name="connsiteX8" fmla="*/ 417472 w 539842"/>
              <a:gd name="connsiteY8" fmla="*/ 321135 h 541115"/>
              <a:gd name="connsiteX9" fmla="*/ 44956 w 539842"/>
              <a:gd name="connsiteY9" fmla="*/ 39888 h 541115"/>
              <a:gd name="connsiteX10" fmla="*/ 179495 w 539842"/>
              <a:gd name="connsiteY10" fmla="*/ 174427 h 541115"/>
              <a:gd name="connsiteX11" fmla="*/ 158536 w 539842"/>
              <a:gd name="connsiteY11" fmla="*/ 194709 h 541115"/>
              <a:gd name="connsiteX12" fmla="*/ 154480 w 539842"/>
              <a:gd name="connsiteY12" fmla="*/ 204850 h 541115"/>
              <a:gd name="connsiteX13" fmla="*/ 158536 w 539842"/>
              <a:gd name="connsiteY13" fmla="*/ 214991 h 541115"/>
              <a:gd name="connsiteX14" fmla="*/ 326203 w 539842"/>
              <a:gd name="connsiteY14" fmla="*/ 381982 h 541115"/>
              <a:gd name="connsiteX15" fmla="*/ 336344 w 539842"/>
              <a:gd name="connsiteY15" fmla="*/ 386038 h 541115"/>
              <a:gd name="connsiteX16" fmla="*/ 346485 w 539842"/>
              <a:gd name="connsiteY16" fmla="*/ 381982 h 541115"/>
              <a:gd name="connsiteX17" fmla="*/ 366767 w 539842"/>
              <a:gd name="connsiteY17" fmla="*/ 361024 h 541115"/>
              <a:gd name="connsiteX18" fmla="*/ 500630 w 539842"/>
              <a:gd name="connsiteY18" fmla="*/ 495563 h 541115"/>
              <a:gd name="connsiteX19" fmla="*/ 482376 w 539842"/>
              <a:gd name="connsiteY19" fmla="*/ 513817 h 541115"/>
              <a:gd name="connsiteX20" fmla="*/ 413417 w 539842"/>
              <a:gd name="connsiteY20" fmla="*/ 540860 h 541115"/>
              <a:gd name="connsiteX21" fmla="*/ 305245 w 539842"/>
              <a:gd name="connsiteY21" fmla="*/ 509084 h 541115"/>
              <a:gd name="connsiteX22" fmla="*/ 262652 w 539842"/>
              <a:gd name="connsiteY22" fmla="*/ 482041 h 541115"/>
              <a:gd name="connsiteX23" fmla="*/ 56449 w 539842"/>
              <a:gd name="connsiteY23" fmla="*/ 269077 h 541115"/>
              <a:gd name="connsiteX24" fmla="*/ 15885 w 539842"/>
              <a:gd name="connsiteY24" fmla="*/ 198090 h 541115"/>
              <a:gd name="connsiteX25" fmla="*/ 335 w 539842"/>
              <a:gd name="connsiteY25" fmla="*/ 110200 h 541115"/>
              <a:gd name="connsiteX26" fmla="*/ 22645 w 539842"/>
              <a:gd name="connsiteY26" fmla="*/ 62198 h 541115"/>
              <a:gd name="connsiteX27" fmla="*/ 44956 w 539842"/>
              <a:gd name="connsiteY27" fmla="*/ 39888 h 541115"/>
              <a:gd name="connsiteX28" fmla="*/ 97013 w 539842"/>
              <a:gd name="connsiteY28" fmla="*/ 0 h 541115"/>
              <a:gd name="connsiteX29" fmla="*/ 117296 w 539842"/>
              <a:gd name="connsiteY29" fmla="*/ 8789 h 541115"/>
              <a:gd name="connsiteX30" fmla="*/ 210594 w 539842"/>
              <a:gd name="connsiteY30" fmla="*/ 101411 h 541115"/>
              <a:gd name="connsiteX31" fmla="*/ 219383 w 539842"/>
              <a:gd name="connsiteY31" fmla="*/ 122370 h 541115"/>
              <a:gd name="connsiteX32" fmla="*/ 210594 w 539842"/>
              <a:gd name="connsiteY32" fmla="*/ 143328 h 541115"/>
              <a:gd name="connsiteX33" fmla="*/ 200453 w 539842"/>
              <a:gd name="connsiteY33" fmla="*/ 153469 h 541115"/>
              <a:gd name="connsiteX34" fmla="*/ 65914 w 539842"/>
              <a:gd name="connsiteY34" fmla="*/ 18930 h 541115"/>
              <a:gd name="connsiteX35" fmla="*/ 76055 w 539842"/>
              <a:gd name="connsiteY35" fmla="*/ 8789 h 541115"/>
              <a:gd name="connsiteX36" fmla="*/ 97013 w 539842"/>
              <a:gd name="connsiteY36" fmla="*/ 0 h 541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539842" h="541115">
                <a:moveTo>
                  <a:pt x="417472" y="321135"/>
                </a:moveTo>
                <a:cubicBezTo>
                  <a:pt x="425585" y="321135"/>
                  <a:pt x="433022" y="324515"/>
                  <a:pt x="438431" y="329924"/>
                </a:cubicBezTo>
                <a:lnTo>
                  <a:pt x="531729" y="423222"/>
                </a:lnTo>
                <a:cubicBezTo>
                  <a:pt x="537138" y="428631"/>
                  <a:pt x="539842" y="436068"/>
                  <a:pt x="539842" y="444181"/>
                </a:cubicBezTo>
                <a:cubicBezTo>
                  <a:pt x="539842" y="452294"/>
                  <a:pt x="536462" y="459730"/>
                  <a:pt x="531053" y="465139"/>
                </a:cubicBezTo>
                <a:lnTo>
                  <a:pt x="520912" y="475280"/>
                </a:lnTo>
                <a:lnTo>
                  <a:pt x="386373" y="340741"/>
                </a:lnTo>
                <a:lnTo>
                  <a:pt x="396514" y="329924"/>
                </a:lnTo>
                <a:cubicBezTo>
                  <a:pt x="401923" y="324515"/>
                  <a:pt x="409360" y="321135"/>
                  <a:pt x="417472" y="321135"/>
                </a:cubicBezTo>
                <a:close/>
                <a:moveTo>
                  <a:pt x="44956" y="39888"/>
                </a:moveTo>
                <a:lnTo>
                  <a:pt x="179495" y="174427"/>
                </a:lnTo>
                <a:lnTo>
                  <a:pt x="158536" y="194709"/>
                </a:lnTo>
                <a:cubicBezTo>
                  <a:pt x="155832" y="197413"/>
                  <a:pt x="154480" y="201470"/>
                  <a:pt x="154480" y="204850"/>
                </a:cubicBezTo>
                <a:cubicBezTo>
                  <a:pt x="154480" y="208231"/>
                  <a:pt x="155832" y="212287"/>
                  <a:pt x="158536" y="214991"/>
                </a:cubicBezTo>
                <a:lnTo>
                  <a:pt x="326203" y="381982"/>
                </a:lnTo>
                <a:cubicBezTo>
                  <a:pt x="328907" y="384686"/>
                  <a:pt x="332964" y="386038"/>
                  <a:pt x="336344" y="386038"/>
                </a:cubicBezTo>
                <a:cubicBezTo>
                  <a:pt x="339724" y="386038"/>
                  <a:pt x="343781" y="384686"/>
                  <a:pt x="346485" y="381982"/>
                </a:cubicBezTo>
                <a:lnTo>
                  <a:pt x="366767" y="361024"/>
                </a:lnTo>
                <a:lnTo>
                  <a:pt x="500630" y="495563"/>
                </a:lnTo>
                <a:lnTo>
                  <a:pt x="482376" y="513817"/>
                </a:lnTo>
                <a:cubicBezTo>
                  <a:pt x="464798" y="532747"/>
                  <a:pt x="439107" y="542888"/>
                  <a:pt x="413417" y="540860"/>
                </a:cubicBezTo>
                <a:cubicBezTo>
                  <a:pt x="374880" y="538155"/>
                  <a:pt x="339048" y="525986"/>
                  <a:pt x="305245" y="509084"/>
                </a:cubicBezTo>
                <a:cubicBezTo>
                  <a:pt x="290371" y="500971"/>
                  <a:pt x="276173" y="492182"/>
                  <a:pt x="262652" y="482041"/>
                </a:cubicBezTo>
                <a:cubicBezTo>
                  <a:pt x="181523" y="424575"/>
                  <a:pt x="111887" y="352235"/>
                  <a:pt x="56449" y="269077"/>
                </a:cubicBezTo>
                <a:cubicBezTo>
                  <a:pt x="40899" y="246767"/>
                  <a:pt x="26702" y="223104"/>
                  <a:pt x="15885" y="198090"/>
                </a:cubicBezTo>
                <a:cubicBezTo>
                  <a:pt x="5743" y="169694"/>
                  <a:pt x="-1693" y="140623"/>
                  <a:pt x="335" y="110200"/>
                </a:cubicBezTo>
                <a:cubicBezTo>
                  <a:pt x="1011" y="91946"/>
                  <a:pt x="9124" y="75044"/>
                  <a:pt x="22645" y="62198"/>
                </a:cubicBezTo>
                <a:cubicBezTo>
                  <a:pt x="28054" y="56790"/>
                  <a:pt x="36167" y="48677"/>
                  <a:pt x="44956" y="39888"/>
                </a:cubicBezTo>
                <a:close/>
                <a:moveTo>
                  <a:pt x="97013" y="0"/>
                </a:moveTo>
                <a:cubicBezTo>
                  <a:pt x="104450" y="0"/>
                  <a:pt x="111887" y="3380"/>
                  <a:pt x="117296" y="8789"/>
                </a:cubicBezTo>
                <a:lnTo>
                  <a:pt x="210594" y="101411"/>
                </a:lnTo>
                <a:cubicBezTo>
                  <a:pt x="216003" y="106820"/>
                  <a:pt x="219383" y="114257"/>
                  <a:pt x="219383" y="122370"/>
                </a:cubicBezTo>
                <a:cubicBezTo>
                  <a:pt x="219383" y="130482"/>
                  <a:pt x="216003" y="137919"/>
                  <a:pt x="210594" y="143328"/>
                </a:cubicBezTo>
                <a:lnTo>
                  <a:pt x="200453" y="153469"/>
                </a:lnTo>
                <a:lnTo>
                  <a:pt x="65914" y="18930"/>
                </a:lnTo>
                <a:lnTo>
                  <a:pt x="76055" y="8789"/>
                </a:lnTo>
                <a:cubicBezTo>
                  <a:pt x="81464" y="3380"/>
                  <a:pt x="89577" y="0"/>
                  <a:pt x="97013"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lgn="ctr">
              <a:defRPr lang="en-GB" sz="1000" b="1" dirty="0">
                <a:solidFill>
                  <a:schemeClr val="lt1">
                    <a:alpha val="0"/>
                  </a:schemeClr>
                </a:solidFill>
              </a:defRPr>
            </a:lvl1pPr>
          </a:lstStyle>
          <a:p>
            <a:pPr lvl="0" algn="ctr"/>
            <a:endParaRPr lang="en-GB" dirty="0"/>
          </a:p>
        </p:txBody>
      </p:sp>
      <p:sp>
        <p:nvSpPr>
          <p:cNvPr id="10" name="Text Placeholder 8">
            <a:extLst>
              <a:ext uri="{FF2B5EF4-FFF2-40B4-BE49-F238E27FC236}">
                <a16:creationId xmlns:a16="http://schemas.microsoft.com/office/drawing/2014/main" id="{C330A9FE-7797-515F-FC7E-E41B780AA108}"/>
              </a:ext>
            </a:extLst>
          </p:cNvPr>
          <p:cNvSpPr>
            <a:spLocks noGrp="1"/>
          </p:cNvSpPr>
          <p:nvPr>
            <p:ph type="body" sz="quarter" idx="49"/>
          </p:nvPr>
        </p:nvSpPr>
        <p:spPr>
          <a:xfrm>
            <a:off x="5468711" y="5085735"/>
            <a:ext cx="283026" cy="459731"/>
          </a:xfrm>
          <a:custGeom>
            <a:avLst/>
            <a:gdLst>
              <a:gd name="connsiteX0" fmla="*/ 141514 w 283026"/>
              <a:gd name="connsiteY0" fmla="*/ 81129 h 459731"/>
              <a:gd name="connsiteX1" fmla="*/ 80667 w 283026"/>
              <a:gd name="connsiteY1" fmla="*/ 141976 h 459731"/>
              <a:gd name="connsiteX2" fmla="*/ 141514 w 283026"/>
              <a:gd name="connsiteY2" fmla="*/ 202823 h 459731"/>
              <a:gd name="connsiteX3" fmla="*/ 202361 w 283026"/>
              <a:gd name="connsiteY3" fmla="*/ 141976 h 459731"/>
              <a:gd name="connsiteX4" fmla="*/ 141514 w 283026"/>
              <a:gd name="connsiteY4" fmla="*/ 81129 h 459731"/>
              <a:gd name="connsiteX5" fmla="*/ 141514 w 283026"/>
              <a:gd name="connsiteY5" fmla="*/ 0 h 459731"/>
              <a:gd name="connsiteX6" fmla="*/ 258475 w 283026"/>
              <a:gd name="connsiteY6" fmla="*/ 62199 h 459731"/>
              <a:gd name="connsiteX7" fmla="*/ 273348 w 283026"/>
              <a:gd name="connsiteY7" fmla="*/ 194034 h 459731"/>
              <a:gd name="connsiteX8" fmla="*/ 209121 w 283026"/>
              <a:gd name="connsiteY8" fmla="*/ 336009 h 459731"/>
              <a:gd name="connsiteX9" fmla="*/ 153683 w 283026"/>
              <a:gd name="connsiteY9" fmla="*/ 452294 h 459731"/>
              <a:gd name="connsiteX10" fmla="*/ 141514 w 283026"/>
              <a:gd name="connsiteY10" fmla="*/ 459731 h 459731"/>
              <a:gd name="connsiteX11" fmla="*/ 129344 w 283026"/>
              <a:gd name="connsiteY11" fmla="*/ 452294 h 459731"/>
              <a:gd name="connsiteX12" fmla="*/ 73906 w 283026"/>
              <a:gd name="connsiteY12" fmla="*/ 336009 h 459731"/>
              <a:gd name="connsiteX13" fmla="*/ 9679 w 283026"/>
              <a:gd name="connsiteY13" fmla="*/ 194034 h 459731"/>
              <a:gd name="connsiteX14" fmla="*/ 24553 w 283026"/>
              <a:gd name="connsiteY14" fmla="*/ 62199 h 459731"/>
              <a:gd name="connsiteX15" fmla="*/ 141514 w 283026"/>
              <a:gd name="connsiteY15" fmla="*/ 0 h 459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3026" h="459731">
                <a:moveTo>
                  <a:pt x="141514" y="81129"/>
                </a:moveTo>
                <a:cubicBezTo>
                  <a:pt x="107710" y="81129"/>
                  <a:pt x="80667" y="108172"/>
                  <a:pt x="80667" y="141976"/>
                </a:cubicBezTo>
                <a:cubicBezTo>
                  <a:pt x="80667" y="175780"/>
                  <a:pt x="107710" y="202823"/>
                  <a:pt x="141514" y="202823"/>
                </a:cubicBezTo>
                <a:cubicBezTo>
                  <a:pt x="175318" y="202823"/>
                  <a:pt x="202361" y="175780"/>
                  <a:pt x="202361" y="141976"/>
                </a:cubicBezTo>
                <a:cubicBezTo>
                  <a:pt x="202361" y="108172"/>
                  <a:pt x="175318" y="81129"/>
                  <a:pt x="141514" y="81129"/>
                </a:cubicBezTo>
                <a:close/>
                <a:moveTo>
                  <a:pt x="141514" y="0"/>
                </a:moveTo>
                <a:cubicBezTo>
                  <a:pt x="188163" y="0"/>
                  <a:pt x="232108" y="22987"/>
                  <a:pt x="258475" y="62199"/>
                </a:cubicBezTo>
                <a:cubicBezTo>
                  <a:pt x="284842" y="100735"/>
                  <a:pt x="290250" y="150089"/>
                  <a:pt x="273348" y="194034"/>
                </a:cubicBezTo>
                <a:lnTo>
                  <a:pt x="209121" y="336009"/>
                </a:lnTo>
                <a:lnTo>
                  <a:pt x="153683" y="452294"/>
                </a:lnTo>
                <a:cubicBezTo>
                  <a:pt x="151655" y="457027"/>
                  <a:pt x="146922" y="459731"/>
                  <a:pt x="141514" y="459731"/>
                </a:cubicBezTo>
                <a:cubicBezTo>
                  <a:pt x="136105" y="459731"/>
                  <a:pt x="131373" y="457027"/>
                  <a:pt x="129344" y="452294"/>
                </a:cubicBezTo>
                <a:lnTo>
                  <a:pt x="73906" y="336009"/>
                </a:lnTo>
                <a:lnTo>
                  <a:pt x="9679" y="194034"/>
                </a:lnTo>
                <a:cubicBezTo>
                  <a:pt x="-7223" y="150089"/>
                  <a:pt x="-1814" y="100735"/>
                  <a:pt x="24553" y="62199"/>
                </a:cubicBezTo>
                <a:cubicBezTo>
                  <a:pt x="50920" y="22987"/>
                  <a:pt x="94865" y="0"/>
                  <a:pt x="141514"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lvl1pPr algn="ctr">
              <a:defRPr lang="en-GB" sz="1000" b="1" dirty="0">
                <a:solidFill>
                  <a:schemeClr val="lt1">
                    <a:alpha val="0"/>
                  </a:schemeClr>
                </a:solidFill>
              </a:defRPr>
            </a:lvl1pPr>
          </a:lstStyle>
          <a:p>
            <a:pPr lvl="0" algn="ctr"/>
            <a:endParaRPr lang="en-GB" dirty="0"/>
          </a:p>
        </p:txBody>
      </p:sp>
      <p:sp>
        <p:nvSpPr>
          <p:cNvPr id="21" name="Text Placeholder 7">
            <a:extLst>
              <a:ext uri="{FF2B5EF4-FFF2-40B4-BE49-F238E27FC236}">
                <a16:creationId xmlns:a16="http://schemas.microsoft.com/office/drawing/2014/main" id="{2D3F431A-1CD5-ADF5-D23C-D9622D860125}"/>
              </a:ext>
            </a:extLst>
          </p:cNvPr>
          <p:cNvSpPr>
            <a:spLocks noGrp="1"/>
          </p:cNvSpPr>
          <p:nvPr>
            <p:ph type="body" sz="quarter" idx="16"/>
          </p:nvPr>
        </p:nvSpPr>
        <p:spPr>
          <a:xfrm>
            <a:off x="6095999" y="1074807"/>
            <a:ext cx="5508625" cy="671424"/>
          </a:xfrm>
        </p:spPr>
        <p:txBody>
          <a:bodyPr vert="horz" lIns="91440" tIns="45720" rIns="91440" bIns="45720" rtlCol="0" anchor="ctr">
            <a:noAutofit/>
          </a:bodyPr>
          <a:lstStyle>
            <a:lvl1pPr>
              <a:defRPr lang="en-GB" sz="1800" dirty="0">
                <a:solidFill>
                  <a:schemeClr val="tx1"/>
                </a:solidFill>
              </a:defRPr>
            </a:lvl1pPr>
          </a:lstStyle>
          <a:p>
            <a:pPr lvl="0">
              <a:lnSpc>
                <a:spcPct val="100000"/>
              </a:lnSpc>
              <a:spcBef>
                <a:spcPts val="0"/>
              </a:spcBef>
            </a:pPr>
            <a:r>
              <a:rPr lang="en-GB" dirty="0"/>
              <a:t>Click to edit Master text styles</a:t>
            </a:r>
          </a:p>
        </p:txBody>
      </p:sp>
      <p:sp>
        <p:nvSpPr>
          <p:cNvPr id="23" name="Text Placeholder 7">
            <a:extLst>
              <a:ext uri="{FF2B5EF4-FFF2-40B4-BE49-F238E27FC236}">
                <a16:creationId xmlns:a16="http://schemas.microsoft.com/office/drawing/2014/main" id="{42A07A53-E234-8A27-BD75-C5B48A4A1BDA}"/>
              </a:ext>
            </a:extLst>
          </p:cNvPr>
          <p:cNvSpPr>
            <a:spLocks noGrp="1"/>
          </p:cNvSpPr>
          <p:nvPr>
            <p:ph type="body" sz="quarter" idx="58"/>
          </p:nvPr>
        </p:nvSpPr>
        <p:spPr>
          <a:xfrm>
            <a:off x="6095999" y="2376501"/>
            <a:ext cx="5508625" cy="671424"/>
          </a:xfrm>
        </p:spPr>
        <p:txBody>
          <a:bodyPr vert="horz" lIns="91440" tIns="45720" rIns="91440" bIns="45720" rtlCol="0" anchor="ctr">
            <a:noAutofit/>
          </a:bodyPr>
          <a:lstStyle>
            <a:lvl1pPr>
              <a:defRPr lang="en-GB" sz="1800" dirty="0">
                <a:solidFill>
                  <a:schemeClr val="tx1"/>
                </a:solidFill>
              </a:defRPr>
            </a:lvl1pPr>
          </a:lstStyle>
          <a:p>
            <a:pPr lvl="0">
              <a:lnSpc>
                <a:spcPct val="100000"/>
              </a:lnSpc>
              <a:spcBef>
                <a:spcPts val="0"/>
              </a:spcBef>
            </a:pPr>
            <a:r>
              <a:rPr lang="en-GB" dirty="0"/>
              <a:t>Click to edit Master text styles</a:t>
            </a:r>
          </a:p>
        </p:txBody>
      </p:sp>
      <p:sp>
        <p:nvSpPr>
          <p:cNvPr id="25" name="Text Placeholder 7">
            <a:extLst>
              <a:ext uri="{FF2B5EF4-FFF2-40B4-BE49-F238E27FC236}">
                <a16:creationId xmlns:a16="http://schemas.microsoft.com/office/drawing/2014/main" id="{CE68A361-B39F-829A-628A-B79C9A12A035}"/>
              </a:ext>
            </a:extLst>
          </p:cNvPr>
          <p:cNvSpPr>
            <a:spLocks noGrp="1"/>
          </p:cNvSpPr>
          <p:nvPr>
            <p:ph type="body" sz="quarter" idx="61"/>
          </p:nvPr>
        </p:nvSpPr>
        <p:spPr>
          <a:xfrm>
            <a:off x="6095999" y="3678195"/>
            <a:ext cx="5508625" cy="671424"/>
          </a:xfrm>
        </p:spPr>
        <p:txBody>
          <a:bodyPr vert="horz" lIns="91440" tIns="45720" rIns="91440" bIns="45720" rtlCol="0" anchor="ctr">
            <a:noAutofit/>
          </a:bodyPr>
          <a:lstStyle>
            <a:lvl1pPr>
              <a:defRPr lang="en-GB" sz="1800" dirty="0">
                <a:solidFill>
                  <a:schemeClr val="tx1"/>
                </a:solidFill>
              </a:defRPr>
            </a:lvl1pPr>
          </a:lstStyle>
          <a:p>
            <a:pPr lvl="0">
              <a:lnSpc>
                <a:spcPct val="100000"/>
              </a:lnSpc>
              <a:spcBef>
                <a:spcPts val="0"/>
              </a:spcBef>
            </a:pPr>
            <a:r>
              <a:rPr lang="en-GB" dirty="0"/>
              <a:t>Click to edit Master text styles</a:t>
            </a:r>
          </a:p>
        </p:txBody>
      </p:sp>
      <p:sp>
        <p:nvSpPr>
          <p:cNvPr id="27" name="Text Placeholder 7">
            <a:extLst>
              <a:ext uri="{FF2B5EF4-FFF2-40B4-BE49-F238E27FC236}">
                <a16:creationId xmlns:a16="http://schemas.microsoft.com/office/drawing/2014/main" id="{267FF01B-56BD-FCDB-1D56-E88E5CB6952D}"/>
              </a:ext>
            </a:extLst>
          </p:cNvPr>
          <p:cNvSpPr>
            <a:spLocks noGrp="1"/>
          </p:cNvSpPr>
          <p:nvPr>
            <p:ph type="body" sz="quarter" idx="64"/>
          </p:nvPr>
        </p:nvSpPr>
        <p:spPr>
          <a:xfrm>
            <a:off x="6095999" y="4979888"/>
            <a:ext cx="5508625" cy="671424"/>
          </a:xfrm>
        </p:spPr>
        <p:txBody>
          <a:bodyPr vert="horz" lIns="91440" tIns="45720" rIns="91440" bIns="45720" rtlCol="0" anchor="ctr">
            <a:noAutofit/>
          </a:bodyPr>
          <a:lstStyle>
            <a:lvl1pPr>
              <a:defRPr lang="en-GB" sz="1800" dirty="0">
                <a:solidFill>
                  <a:schemeClr val="tx1"/>
                </a:solidFill>
              </a:defRPr>
            </a:lvl1pPr>
          </a:lstStyle>
          <a:p>
            <a:pPr lvl="0">
              <a:lnSpc>
                <a:spcPct val="100000"/>
              </a:lnSpc>
              <a:spcBef>
                <a:spcPts val="0"/>
              </a:spcBef>
            </a:pPr>
            <a:r>
              <a:rPr lang="en-GB" dirty="0"/>
              <a:t>Click to edit Master text styles</a:t>
            </a:r>
          </a:p>
        </p:txBody>
      </p:sp>
    </p:spTree>
    <p:extLst>
      <p:ext uri="{BB962C8B-B14F-4D97-AF65-F5344CB8AC3E}">
        <p14:creationId xmlns:p14="http://schemas.microsoft.com/office/powerpoint/2010/main" val="9226646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ank You S06V1">
    <p:bg>
      <p:bgPr>
        <a:solidFill>
          <a:schemeClr val="bg2">
            <a:alpha val="30000"/>
          </a:schemeClr>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AF118CC7-AD0D-E2A7-B4FE-6298056F4179}"/>
              </a:ext>
            </a:extLst>
          </p:cNvPr>
          <p:cNvSpPr/>
          <p:nvPr userDrawn="1"/>
        </p:nvSpPr>
        <p:spPr>
          <a:xfrm>
            <a:off x="2027237" y="2521601"/>
            <a:ext cx="10164763" cy="181480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itle 1">
            <a:extLst>
              <a:ext uri="{FF2B5EF4-FFF2-40B4-BE49-F238E27FC236}">
                <a16:creationId xmlns:a16="http://schemas.microsoft.com/office/drawing/2014/main" id="{B69D37BC-681A-8776-19B2-5DB2C776E820}"/>
              </a:ext>
            </a:extLst>
          </p:cNvPr>
          <p:cNvSpPr>
            <a:spLocks noGrp="1"/>
          </p:cNvSpPr>
          <p:nvPr>
            <p:ph type="title"/>
          </p:nvPr>
        </p:nvSpPr>
        <p:spPr>
          <a:xfrm>
            <a:off x="2238375" y="2648607"/>
            <a:ext cx="9366248" cy="1560790"/>
          </a:xfrm>
          <a:prstGeom prst="rect">
            <a:avLst/>
          </a:prstGeom>
        </p:spPr>
        <p:txBody>
          <a:bodyPr anchor="ctr">
            <a:noAutofit/>
          </a:bodyPr>
          <a:lstStyle>
            <a:lvl1pPr algn="l">
              <a:defRPr>
                <a:solidFill>
                  <a:schemeClr val="tx1"/>
                </a:solidFill>
              </a:defRPr>
            </a:lvl1pPr>
          </a:lstStyle>
          <a:p>
            <a:r>
              <a:rPr lang="en-US" dirty="0"/>
              <a:t>Click to edit Master title style</a:t>
            </a:r>
            <a:endParaRPr lang="en-ID" dirty="0"/>
          </a:p>
        </p:txBody>
      </p:sp>
      <p:sp>
        <p:nvSpPr>
          <p:cNvPr id="10" name="Text Placeholder 7">
            <a:extLst>
              <a:ext uri="{FF2B5EF4-FFF2-40B4-BE49-F238E27FC236}">
                <a16:creationId xmlns:a16="http://schemas.microsoft.com/office/drawing/2014/main" id="{C382A0A6-B96F-7023-9000-FE9480699DBA}"/>
              </a:ext>
            </a:extLst>
          </p:cNvPr>
          <p:cNvSpPr>
            <a:spLocks noGrp="1"/>
          </p:cNvSpPr>
          <p:nvPr>
            <p:ph type="body" sz="quarter" idx="16"/>
          </p:nvPr>
        </p:nvSpPr>
        <p:spPr>
          <a:xfrm>
            <a:off x="2238374" y="4518965"/>
            <a:ext cx="9366249" cy="988063"/>
          </a:xfrm>
        </p:spPr>
        <p:txBody>
          <a:bodyPr vert="horz" lIns="91440" tIns="45720" rIns="91440" bIns="45720" rtlCol="0" anchor="t">
            <a:noAutofit/>
          </a:bodyPr>
          <a:lstStyle>
            <a:lvl1pPr>
              <a:defRPr lang="en-GB" sz="1800" dirty="0">
                <a:solidFill>
                  <a:schemeClr val="tx2"/>
                </a:solidFill>
                <a:latin typeface="+mn-lt"/>
                <a:ea typeface="+mj-ea"/>
                <a:cs typeface="+mj-cs"/>
              </a:defRPr>
            </a:lvl1pPr>
          </a:lstStyle>
          <a:p>
            <a:pPr lvl="0">
              <a:lnSpc>
                <a:spcPct val="90000"/>
              </a:lnSpc>
              <a:spcBef>
                <a:spcPct val="0"/>
              </a:spcBef>
            </a:pPr>
            <a:r>
              <a:rPr lang="en-GB" dirty="0"/>
              <a:t>Click to edit Master text styles</a:t>
            </a:r>
          </a:p>
        </p:txBody>
      </p:sp>
    </p:spTree>
    <p:extLst>
      <p:ext uri="{BB962C8B-B14F-4D97-AF65-F5344CB8AC3E}">
        <p14:creationId xmlns:p14="http://schemas.microsoft.com/office/powerpoint/2010/main" val="16096911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hank You S06V2">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111ED082-D88A-07F1-E97E-984CDCCF5EBD}"/>
              </a:ext>
            </a:extLst>
          </p:cNvPr>
          <p:cNvSpPr/>
          <p:nvPr userDrawn="1"/>
        </p:nvSpPr>
        <p:spPr>
          <a:xfrm>
            <a:off x="1" y="2331757"/>
            <a:ext cx="12192000" cy="181480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itle 1">
            <a:extLst>
              <a:ext uri="{FF2B5EF4-FFF2-40B4-BE49-F238E27FC236}">
                <a16:creationId xmlns:a16="http://schemas.microsoft.com/office/drawing/2014/main" id="{E6821D33-C8BD-C248-5B1F-5F976863705F}"/>
              </a:ext>
            </a:extLst>
          </p:cNvPr>
          <p:cNvSpPr>
            <a:spLocks noGrp="1"/>
          </p:cNvSpPr>
          <p:nvPr>
            <p:ph type="title"/>
          </p:nvPr>
        </p:nvSpPr>
        <p:spPr>
          <a:xfrm>
            <a:off x="587377" y="2331752"/>
            <a:ext cx="11017248" cy="1814807"/>
          </a:xfrm>
          <a:prstGeom prst="rect">
            <a:avLst/>
          </a:prstGeom>
        </p:spPr>
        <p:txBody>
          <a:bodyPr anchor="ctr">
            <a:noAutofit/>
          </a:bodyPr>
          <a:lstStyle>
            <a:lvl1pPr algn="ctr">
              <a:defRPr>
                <a:solidFill>
                  <a:schemeClr val="tx1"/>
                </a:solidFill>
              </a:defRPr>
            </a:lvl1pPr>
          </a:lstStyle>
          <a:p>
            <a:r>
              <a:rPr lang="en-US" dirty="0"/>
              <a:t>Click to edit Master title style</a:t>
            </a:r>
            <a:endParaRPr lang="en-ID" dirty="0"/>
          </a:p>
        </p:txBody>
      </p:sp>
      <p:sp>
        <p:nvSpPr>
          <p:cNvPr id="7" name="Text Placeholder 7">
            <a:extLst>
              <a:ext uri="{FF2B5EF4-FFF2-40B4-BE49-F238E27FC236}">
                <a16:creationId xmlns:a16="http://schemas.microsoft.com/office/drawing/2014/main" id="{D5B7F7C9-F432-5175-B3F5-B8D6E4D8FE6D}"/>
              </a:ext>
            </a:extLst>
          </p:cNvPr>
          <p:cNvSpPr>
            <a:spLocks noGrp="1"/>
          </p:cNvSpPr>
          <p:nvPr>
            <p:ph type="body" sz="quarter" idx="16"/>
          </p:nvPr>
        </p:nvSpPr>
        <p:spPr>
          <a:xfrm>
            <a:off x="587376" y="4329121"/>
            <a:ext cx="11017248" cy="988063"/>
          </a:xfrm>
        </p:spPr>
        <p:txBody>
          <a:bodyPr vert="horz" lIns="91440" tIns="45720" rIns="91440" bIns="45720" rtlCol="0" anchor="t">
            <a:noAutofit/>
          </a:bodyPr>
          <a:lstStyle>
            <a:lvl1pPr algn="ctr">
              <a:defRPr lang="en-GB" sz="1800" dirty="0">
                <a:solidFill>
                  <a:schemeClr val="tx1"/>
                </a:solidFill>
              </a:defRPr>
            </a:lvl1pPr>
          </a:lstStyle>
          <a:p>
            <a:pPr lvl="0">
              <a:lnSpc>
                <a:spcPct val="100000"/>
              </a:lnSpc>
              <a:spcBef>
                <a:spcPts val="0"/>
              </a:spcBef>
            </a:pPr>
            <a:r>
              <a:rPr lang="en-GB" dirty="0"/>
              <a:t>Click to edit Master text styles</a:t>
            </a:r>
          </a:p>
        </p:txBody>
      </p:sp>
    </p:spTree>
    <p:extLst>
      <p:ext uri="{BB962C8B-B14F-4D97-AF65-F5344CB8AC3E}">
        <p14:creationId xmlns:p14="http://schemas.microsoft.com/office/powerpoint/2010/main" val="39935684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ank You S06V3">
    <p:bg>
      <p:bgPr>
        <a:solidFill>
          <a:schemeClr val="bg2">
            <a:alpha val="30000"/>
          </a:schemeClr>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AF118CC7-AD0D-E2A7-B4FE-6298056F4179}"/>
              </a:ext>
            </a:extLst>
          </p:cNvPr>
          <p:cNvSpPr/>
          <p:nvPr userDrawn="1"/>
        </p:nvSpPr>
        <p:spPr>
          <a:xfrm>
            <a:off x="0" y="2521601"/>
            <a:ext cx="7000875" cy="181480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itle 1">
            <a:extLst>
              <a:ext uri="{FF2B5EF4-FFF2-40B4-BE49-F238E27FC236}">
                <a16:creationId xmlns:a16="http://schemas.microsoft.com/office/drawing/2014/main" id="{B69D37BC-681A-8776-19B2-5DB2C776E820}"/>
              </a:ext>
            </a:extLst>
          </p:cNvPr>
          <p:cNvSpPr>
            <a:spLocks noGrp="1"/>
          </p:cNvSpPr>
          <p:nvPr>
            <p:ph type="title"/>
          </p:nvPr>
        </p:nvSpPr>
        <p:spPr>
          <a:xfrm>
            <a:off x="587376" y="2648607"/>
            <a:ext cx="5508624" cy="1560790"/>
          </a:xfrm>
          <a:prstGeom prst="rect">
            <a:avLst/>
          </a:prstGeom>
        </p:spPr>
        <p:txBody>
          <a:bodyPr anchor="ctr">
            <a:noAutofit/>
          </a:bodyPr>
          <a:lstStyle>
            <a:lvl1pPr algn="l">
              <a:defRPr>
                <a:solidFill>
                  <a:schemeClr val="tx1"/>
                </a:solidFill>
              </a:defRPr>
            </a:lvl1pPr>
          </a:lstStyle>
          <a:p>
            <a:r>
              <a:rPr lang="en-US" dirty="0"/>
              <a:t>Click to edit Master title style</a:t>
            </a:r>
            <a:endParaRPr lang="en-ID" dirty="0"/>
          </a:p>
        </p:txBody>
      </p:sp>
      <p:sp>
        <p:nvSpPr>
          <p:cNvPr id="10" name="Text Placeholder 7">
            <a:extLst>
              <a:ext uri="{FF2B5EF4-FFF2-40B4-BE49-F238E27FC236}">
                <a16:creationId xmlns:a16="http://schemas.microsoft.com/office/drawing/2014/main" id="{C382A0A6-B96F-7023-9000-FE9480699DBA}"/>
              </a:ext>
            </a:extLst>
          </p:cNvPr>
          <p:cNvSpPr>
            <a:spLocks noGrp="1"/>
          </p:cNvSpPr>
          <p:nvPr>
            <p:ph type="body" sz="quarter" idx="16"/>
          </p:nvPr>
        </p:nvSpPr>
        <p:spPr>
          <a:xfrm>
            <a:off x="587375" y="4518965"/>
            <a:ext cx="5508625" cy="988063"/>
          </a:xfrm>
        </p:spPr>
        <p:txBody>
          <a:bodyPr vert="horz" lIns="91440" tIns="45720" rIns="91440" bIns="45720" rtlCol="0" anchor="t">
            <a:noAutofit/>
          </a:bodyPr>
          <a:lstStyle>
            <a:lvl1pPr>
              <a:defRPr lang="en-GB" sz="1800" dirty="0">
                <a:solidFill>
                  <a:schemeClr val="tx2"/>
                </a:solidFill>
                <a:latin typeface="+mn-lt"/>
                <a:ea typeface="+mj-ea"/>
                <a:cs typeface="+mj-cs"/>
              </a:defRPr>
            </a:lvl1pPr>
          </a:lstStyle>
          <a:p>
            <a:pPr lvl="0">
              <a:lnSpc>
                <a:spcPct val="90000"/>
              </a:lnSpc>
              <a:spcBef>
                <a:spcPct val="0"/>
              </a:spcBef>
            </a:pPr>
            <a:r>
              <a:rPr lang="en-GB" dirty="0"/>
              <a:t>Click to edit Master text styles</a:t>
            </a:r>
          </a:p>
        </p:txBody>
      </p:sp>
      <p:sp>
        <p:nvSpPr>
          <p:cNvPr id="2" name="Picture Placeholder 26">
            <a:extLst>
              <a:ext uri="{FF2B5EF4-FFF2-40B4-BE49-F238E27FC236}">
                <a16:creationId xmlns:a16="http://schemas.microsoft.com/office/drawing/2014/main" id="{6F1EB15C-587F-5A6C-DEFE-35EB4CEDC703}"/>
              </a:ext>
            </a:extLst>
          </p:cNvPr>
          <p:cNvSpPr>
            <a:spLocks noGrp="1"/>
          </p:cNvSpPr>
          <p:nvPr>
            <p:ph type="pic" sz="quarter" idx="13"/>
          </p:nvPr>
        </p:nvSpPr>
        <p:spPr>
          <a:xfrm>
            <a:off x="7004052" y="0"/>
            <a:ext cx="4603748" cy="6273800"/>
          </a:xfrm>
          <a:prstGeom prst="rect">
            <a:avLst/>
          </a:prstGeom>
          <a:pattFill prst="pct5">
            <a:fgClr>
              <a:schemeClr val="accent6"/>
            </a:fgClr>
            <a:bgClr>
              <a:schemeClr val="accent4"/>
            </a:bgClr>
          </a:pattFill>
        </p:spPr>
        <p:txBody>
          <a:bodyPr vert="horz" wrap="square" lIns="91440" tIns="45720" rIns="91440" bIns="45720" rtlCol="0" anchor="t">
            <a:noAutofit/>
          </a:bodyPr>
          <a:lstStyle>
            <a:lvl1pPr>
              <a:defRPr lang="en-ID" sz="1400" dirty="0"/>
            </a:lvl1pPr>
          </a:lstStyle>
          <a:p>
            <a:pPr lvl="0" algn="ctr"/>
            <a:endParaRPr lang="en-ID" dirty="0"/>
          </a:p>
        </p:txBody>
      </p:sp>
    </p:spTree>
    <p:extLst>
      <p:ext uri="{BB962C8B-B14F-4D97-AF65-F5344CB8AC3E}">
        <p14:creationId xmlns:p14="http://schemas.microsoft.com/office/powerpoint/2010/main" val="30774292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am S07V1">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C19E034C-1D99-06F7-97F5-2AC8D9ABDEAB}"/>
              </a:ext>
            </a:extLst>
          </p:cNvPr>
          <p:cNvSpPr>
            <a:spLocks noGrp="1"/>
          </p:cNvSpPr>
          <p:nvPr>
            <p:ph type="title"/>
          </p:nvPr>
        </p:nvSpPr>
        <p:spPr>
          <a:xfrm>
            <a:off x="587375" y="584201"/>
            <a:ext cx="11017248" cy="798639"/>
          </a:xfrm>
          <a:prstGeom prst="rect">
            <a:avLst/>
          </a:prstGeom>
        </p:spPr>
        <p:txBody>
          <a:bodyPr anchor="t">
            <a:noAutofit/>
          </a:bodyPr>
          <a:lstStyle>
            <a:lvl1pPr>
              <a:defRPr>
                <a:solidFill>
                  <a:schemeClr val="tx1"/>
                </a:solidFill>
              </a:defRPr>
            </a:lvl1pPr>
          </a:lstStyle>
          <a:p>
            <a:r>
              <a:rPr lang="en-US" dirty="0"/>
              <a:t>Click to edit Master title style</a:t>
            </a:r>
            <a:endParaRPr lang="en-ID" dirty="0"/>
          </a:p>
        </p:txBody>
      </p:sp>
      <p:sp>
        <p:nvSpPr>
          <p:cNvPr id="2" name="Picture Placeholder 26">
            <a:extLst>
              <a:ext uri="{FF2B5EF4-FFF2-40B4-BE49-F238E27FC236}">
                <a16:creationId xmlns:a16="http://schemas.microsoft.com/office/drawing/2014/main" id="{543F9D1C-E1AD-8672-EB76-F821F113BA95}"/>
              </a:ext>
            </a:extLst>
          </p:cNvPr>
          <p:cNvSpPr>
            <a:spLocks noGrp="1"/>
          </p:cNvSpPr>
          <p:nvPr>
            <p:ph type="pic" sz="quarter" idx="13"/>
          </p:nvPr>
        </p:nvSpPr>
        <p:spPr>
          <a:xfrm>
            <a:off x="587376" y="1678983"/>
            <a:ext cx="4341306" cy="4594817"/>
          </a:xfrm>
          <a:prstGeom prst="rect">
            <a:avLst/>
          </a:prstGeom>
          <a:pattFill prst="pct5">
            <a:fgClr>
              <a:schemeClr val="accent6"/>
            </a:fgClr>
            <a:bgClr>
              <a:schemeClr val="accent4"/>
            </a:bgClr>
          </a:pattFill>
        </p:spPr>
        <p:txBody>
          <a:bodyPr vert="horz" wrap="square" lIns="91440" tIns="45720" rIns="91440" bIns="45720" rtlCol="0" anchor="t">
            <a:noAutofit/>
          </a:bodyPr>
          <a:lstStyle>
            <a:lvl1pPr>
              <a:defRPr lang="en-ID" sz="1400" dirty="0"/>
            </a:lvl1pPr>
          </a:lstStyle>
          <a:p>
            <a:pPr lvl="0" algn="ctr"/>
            <a:endParaRPr lang="en-ID" dirty="0"/>
          </a:p>
        </p:txBody>
      </p:sp>
      <p:sp>
        <p:nvSpPr>
          <p:cNvPr id="13" name="Text Placeholder 2">
            <a:extLst>
              <a:ext uri="{FF2B5EF4-FFF2-40B4-BE49-F238E27FC236}">
                <a16:creationId xmlns:a16="http://schemas.microsoft.com/office/drawing/2014/main" id="{36A296F5-B603-FA73-73FE-A503AD477A81}"/>
              </a:ext>
            </a:extLst>
          </p:cNvPr>
          <p:cNvSpPr>
            <a:spLocks noGrp="1"/>
          </p:cNvSpPr>
          <p:nvPr>
            <p:ph type="body" sz="quarter" idx="42" hasCustomPrompt="1"/>
          </p:nvPr>
        </p:nvSpPr>
        <p:spPr>
          <a:xfrm>
            <a:off x="5086349" y="2077683"/>
            <a:ext cx="6518274" cy="365122"/>
          </a:xfrm>
        </p:spPr>
        <p:txBody>
          <a:bodyPr anchor="ctr">
            <a:noAutofit/>
          </a:bodyPr>
          <a:lstStyle>
            <a:lvl1pPr>
              <a:lnSpc>
                <a:spcPct val="100000"/>
              </a:lnSpc>
              <a:spcBef>
                <a:spcPts val="0"/>
              </a:spcBef>
              <a:defRPr sz="16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Designation</a:t>
            </a:r>
          </a:p>
        </p:txBody>
      </p:sp>
      <p:sp>
        <p:nvSpPr>
          <p:cNvPr id="14" name="Text Placeholder 7">
            <a:extLst>
              <a:ext uri="{FF2B5EF4-FFF2-40B4-BE49-F238E27FC236}">
                <a16:creationId xmlns:a16="http://schemas.microsoft.com/office/drawing/2014/main" id="{72863943-AD97-E692-119C-AB1DE8016EBA}"/>
              </a:ext>
            </a:extLst>
          </p:cNvPr>
          <p:cNvSpPr>
            <a:spLocks noGrp="1"/>
          </p:cNvSpPr>
          <p:nvPr>
            <p:ph type="body" sz="quarter" idx="43" hasCustomPrompt="1"/>
          </p:nvPr>
        </p:nvSpPr>
        <p:spPr>
          <a:xfrm>
            <a:off x="5086349" y="1678983"/>
            <a:ext cx="6518274" cy="365122"/>
          </a:xfrm>
        </p:spPr>
        <p:txBody>
          <a:bodyPr anchor="b">
            <a:noAutofit/>
          </a:bodyPr>
          <a:lstStyle>
            <a:lvl1pPr>
              <a:lnSpc>
                <a:spcPct val="100000"/>
              </a:lnSpc>
              <a:spcBef>
                <a:spcPts val="0"/>
              </a:spcBef>
              <a:defRPr sz="1800">
                <a:solidFill>
                  <a:schemeClr val="tx1"/>
                </a:solidFill>
              </a:defRPr>
            </a:lvl1pPr>
          </a:lstStyle>
          <a:p>
            <a:pPr lvl="0"/>
            <a:r>
              <a:rPr lang="en-GB" dirty="0"/>
              <a:t>Name</a:t>
            </a:r>
          </a:p>
        </p:txBody>
      </p:sp>
      <p:sp>
        <p:nvSpPr>
          <p:cNvPr id="4" name="Text Placeholder 2">
            <a:extLst>
              <a:ext uri="{FF2B5EF4-FFF2-40B4-BE49-F238E27FC236}">
                <a16:creationId xmlns:a16="http://schemas.microsoft.com/office/drawing/2014/main" id="{0732F8AD-8759-F847-0A86-78D8C7C8882E}"/>
              </a:ext>
            </a:extLst>
          </p:cNvPr>
          <p:cNvSpPr>
            <a:spLocks noGrp="1"/>
          </p:cNvSpPr>
          <p:nvPr>
            <p:ph type="body" sz="quarter" idx="44" hasCustomPrompt="1"/>
          </p:nvPr>
        </p:nvSpPr>
        <p:spPr>
          <a:xfrm>
            <a:off x="5086349" y="2476382"/>
            <a:ext cx="6518274" cy="3432294"/>
          </a:xfrm>
        </p:spPr>
        <p:txBody>
          <a:bodyPr>
            <a:noAutofit/>
          </a:bodyPr>
          <a:lstStyle>
            <a:lvl1pPr>
              <a:lnSpc>
                <a:spcPct val="100000"/>
              </a:lnSpc>
              <a:spcBef>
                <a:spcPts val="0"/>
              </a:spcBef>
              <a:defRPr sz="16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Description</a:t>
            </a:r>
          </a:p>
        </p:txBody>
      </p:sp>
    </p:spTree>
    <p:extLst>
      <p:ext uri="{BB962C8B-B14F-4D97-AF65-F5344CB8AC3E}">
        <p14:creationId xmlns:p14="http://schemas.microsoft.com/office/powerpoint/2010/main" val="420457828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S07V2">
    <p:bg>
      <p:bgPr>
        <a:solidFill>
          <a:schemeClr val="bg2">
            <a:alpha val="30000"/>
          </a:schemeClr>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10" name="Text Placeholder 2">
            <a:extLst>
              <a:ext uri="{FF2B5EF4-FFF2-40B4-BE49-F238E27FC236}">
                <a16:creationId xmlns:a16="http://schemas.microsoft.com/office/drawing/2014/main" id="{587112E7-D99B-8306-2F89-298B66A1FBAB}"/>
              </a:ext>
            </a:extLst>
          </p:cNvPr>
          <p:cNvSpPr>
            <a:spLocks noGrp="1"/>
          </p:cNvSpPr>
          <p:nvPr>
            <p:ph type="body" sz="quarter" idx="15" hasCustomPrompt="1"/>
          </p:nvPr>
        </p:nvSpPr>
        <p:spPr>
          <a:xfrm>
            <a:off x="892177" y="5311330"/>
            <a:ext cx="2880000" cy="359995"/>
          </a:xfrm>
        </p:spPr>
        <p:txBody>
          <a:bodyPr>
            <a:noAutofit/>
          </a:bodyPr>
          <a:lstStyle>
            <a:lvl1pPr algn="ct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Designation</a:t>
            </a:r>
          </a:p>
        </p:txBody>
      </p:sp>
      <p:sp>
        <p:nvSpPr>
          <p:cNvPr id="12" name="Text Placeholder 7">
            <a:extLst>
              <a:ext uri="{FF2B5EF4-FFF2-40B4-BE49-F238E27FC236}">
                <a16:creationId xmlns:a16="http://schemas.microsoft.com/office/drawing/2014/main" id="{73DE5B6F-6582-3BB5-FD64-58F4F2D8A9CB}"/>
              </a:ext>
            </a:extLst>
          </p:cNvPr>
          <p:cNvSpPr>
            <a:spLocks noGrp="1"/>
          </p:cNvSpPr>
          <p:nvPr>
            <p:ph type="body" sz="quarter" idx="16" hasCustomPrompt="1"/>
          </p:nvPr>
        </p:nvSpPr>
        <p:spPr>
          <a:xfrm>
            <a:off x="892177" y="4917752"/>
            <a:ext cx="2880000" cy="360000"/>
          </a:xfrm>
        </p:spPr>
        <p:txBody>
          <a:bodyPr anchor="b">
            <a:noAutofit/>
          </a:bodyPr>
          <a:lstStyle>
            <a:lvl1pPr algn="ctr">
              <a:lnSpc>
                <a:spcPct val="100000"/>
              </a:lnSpc>
              <a:spcBef>
                <a:spcPts val="0"/>
              </a:spcBef>
              <a:defRPr sz="1800">
                <a:solidFill>
                  <a:schemeClr val="tx2"/>
                </a:solidFill>
              </a:defRPr>
            </a:lvl1pPr>
          </a:lstStyle>
          <a:p>
            <a:pPr lvl="0"/>
            <a:r>
              <a:rPr lang="en-GB" dirty="0"/>
              <a:t>Name</a:t>
            </a:r>
          </a:p>
        </p:txBody>
      </p:sp>
      <p:sp>
        <p:nvSpPr>
          <p:cNvPr id="2" name="Title 1">
            <a:extLst>
              <a:ext uri="{FF2B5EF4-FFF2-40B4-BE49-F238E27FC236}">
                <a16:creationId xmlns:a16="http://schemas.microsoft.com/office/drawing/2014/main" id="{ECF5BF7B-E49D-31F7-CB0F-752F95590A05}"/>
              </a:ext>
            </a:extLst>
          </p:cNvPr>
          <p:cNvSpPr>
            <a:spLocks noGrp="1"/>
          </p:cNvSpPr>
          <p:nvPr>
            <p:ph type="title"/>
          </p:nvPr>
        </p:nvSpPr>
        <p:spPr>
          <a:xfrm>
            <a:off x="587375" y="584201"/>
            <a:ext cx="11017248" cy="798639"/>
          </a:xfrm>
          <a:prstGeom prst="rect">
            <a:avLst/>
          </a:prstGeom>
        </p:spPr>
        <p:txBody>
          <a:bodyPr anchor="t">
            <a:noAutofit/>
          </a:bodyPr>
          <a:lstStyle>
            <a:lvl1pPr>
              <a:defRPr>
                <a:solidFill>
                  <a:schemeClr val="tx2"/>
                </a:solidFill>
              </a:defRPr>
            </a:lvl1pPr>
          </a:lstStyle>
          <a:p>
            <a:r>
              <a:rPr lang="en-US" dirty="0"/>
              <a:t>Click to edit Master title style</a:t>
            </a:r>
            <a:endParaRPr lang="en-ID" dirty="0"/>
          </a:p>
        </p:txBody>
      </p:sp>
      <p:sp>
        <p:nvSpPr>
          <p:cNvPr id="8" name="Picture Placeholder 26">
            <a:extLst>
              <a:ext uri="{FF2B5EF4-FFF2-40B4-BE49-F238E27FC236}">
                <a16:creationId xmlns:a16="http://schemas.microsoft.com/office/drawing/2014/main" id="{2B3AF197-B900-56DC-C66F-FF0CB2442806}"/>
              </a:ext>
            </a:extLst>
          </p:cNvPr>
          <p:cNvSpPr>
            <a:spLocks noGrp="1"/>
          </p:cNvSpPr>
          <p:nvPr>
            <p:ph type="pic" sz="quarter" idx="13"/>
          </p:nvPr>
        </p:nvSpPr>
        <p:spPr>
          <a:xfrm>
            <a:off x="892177" y="1800296"/>
            <a:ext cx="2880000" cy="2880000"/>
          </a:xfrm>
          <a:prstGeom prst="rect">
            <a:avLst/>
          </a:prstGeom>
          <a:pattFill prst="pct5">
            <a:fgClr>
              <a:schemeClr val="accent6"/>
            </a:fgClr>
            <a:bgClr>
              <a:schemeClr val="accent4"/>
            </a:bgClr>
          </a:pattFill>
        </p:spPr>
        <p:txBody>
          <a:bodyPr vert="horz" wrap="square" lIns="91440" tIns="45720" rIns="91440" bIns="45720" rtlCol="0" anchor="t">
            <a:noAutofit/>
          </a:bodyPr>
          <a:lstStyle>
            <a:lvl1pPr>
              <a:defRPr lang="en-ID" sz="1400" dirty="0"/>
            </a:lvl1pPr>
          </a:lstStyle>
          <a:p>
            <a:pPr lvl="0" algn="ctr"/>
            <a:endParaRPr lang="en-ID" dirty="0"/>
          </a:p>
        </p:txBody>
      </p:sp>
      <p:sp>
        <p:nvSpPr>
          <p:cNvPr id="9" name="Text Placeholder 2">
            <a:extLst>
              <a:ext uri="{FF2B5EF4-FFF2-40B4-BE49-F238E27FC236}">
                <a16:creationId xmlns:a16="http://schemas.microsoft.com/office/drawing/2014/main" id="{9A540E2D-3A3B-C2D2-F58D-1499330964D7}"/>
              </a:ext>
            </a:extLst>
          </p:cNvPr>
          <p:cNvSpPr>
            <a:spLocks noGrp="1"/>
          </p:cNvSpPr>
          <p:nvPr>
            <p:ph type="body" sz="quarter" idx="42" hasCustomPrompt="1"/>
          </p:nvPr>
        </p:nvSpPr>
        <p:spPr>
          <a:xfrm>
            <a:off x="4656000" y="5311330"/>
            <a:ext cx="2880000" cy="359995"/>
          </a:xfrm>
        </p:spPr>
        <p:txBody>
          <a:bodyPr>
            <a:noAutofit/>
          </a:bodyPr>
          <a:lstStyle>
            <a:lvl1pPr algn="ct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Designation</a:t>
            </a:r>
          </a:p>
        </p:txBody>
      </p:sp>
      <p:sp>
        <p:nvSpPr>
          <p:cNvPr id="11" name="Text Placeholder 7">
            <a:extLst>
              <a:ext uri="{FF2B5EF4-FFF2-40B4-BE49-F238E27FC236}">
                <a16:creationId xmlns:a16="http://schemas.microsoft.com/office/drawing/2014/main" id="{B94B9940-784B-CEB9-D226-33A7C4C10D93}"/>
              </a:ext>
            </a:extLst>
          </p:cNvPr>
          <p:cNvSpPr>
            <a:spLocks noGrp="1"/>
          </p:cNvSpPr>
          <p:nvPr>
            <p:ph type="body" sz="quarter" idx="43" hasCustomPrompt="1"/>
          </p:nvPr>
        </p:nvSpPr>
        <p:spPr>
          <a:xfrm>
            <a:off x="4656000" y="4917752"/>
            <a:ext cx="2880000" cy="360000"/>
          </a:xfrm>
        </p:spPr>
        <p:txBody>
          <a:bodyPr anchor="b">
            <a:noAutofit/>
          </a:bodyPr>
          <a:lstStyle>
            <a:lvl1pPr algn="ctr">
              <a:lnSpc>
                <a:spcPct val="100000"/>
              </a:lnSpc>
              <a:spcBef>
                <a:spcPts val="0"/>
              </a:spcBef>
              <a:defRPr sz="1800">
                <a:solidFill>
                  <a:schemeClr val="tx2"/>
                </a:solidFill>
              </a:defRPr>
            </a:lvl1pPr>
          </a:lstStyle>
          <a:p>
            <a:pPr lvl="0"/>
            <a:r>
              <a:rPr lang="en-GB" dirty="0"/>
              <a:t>Name</a:t>
            </a:r>
          </a:p>
        </p:txBody>
      </p:sp>
      <p:sp>
        <p:nvSpPr>
          <p:cNvPr id="13" name="Picture Placeholder 26">
            <a:extLst>
              <a:ext uri="{FF2B5EF4-FFF2-40B4-BE49-F238E27FC236}">
                <a16:creationId xmlns:a16="http://schemas.microsoft.com/office/drawing/2014/main" id="{936802B2-A506-0A9F-6205-CF011A2880FC}"/>
              </a:ext>
            </a:extLst>
          </p:cNvPr>
          <p:cNvSpPr>
            <a:spLocks noGrp="1"/>
          </p:cNvSpPr>
          <p:nvPr>
            <p:ph type="pic" sz="quarter" idx="44"/>
          </p:nvPr>
        </p:nvSpPr>
        <p:spPr>
          <a:xfrm>
            <a:off x="4656000" y="1800296"/>
            <a:ext cx="2880000" cy="2880000"/>
          </a:xfrm>
          <a:prstGeom prst="rect">
            <a:avLst/>
          </a:prstGeom>
          <a:pattFill prst="pct5">
            <a:fgClr>
              <a:schemeClr val="accent6"/>
            </a:fgClr>
            <a:bgClr>
              <a:schemeClr val="accent4"/>
            </a:bgClr>
          </a:pattFill>
        </p:spPr>
        <p:txBody>
          <a:bodyPr vert="horz" wrap="square" lIns="91440" tIns="45720" rIns="91440" bIns="45720" rtlCol="0" anchor="t">
            <a:noAutofit/>
          </a:bodyPr>
          <a:lstStyle>
            <a:lvl1pPr>
              <a:defRPr lang="en-ID" sz="1400" dirty="0"/>
            </a:lvl1pPr>
          </a:lstStyle>
          <a:p>
            <a:pPr lvl="0" algn="ctr"/>
            <a:endParaRPr lang="en-ID" dirty="0"/>
          </a:p>
        </p:txBody>
      </p:sp>
      <p:sp>
        <p:nvSpPr>
          <p:cNvPr id="14" name="Text Placeholder 2">
            <a:extLst>
              <a:ext uri="{FF2B5EF4-FFF2-40B4-BE49-F238E27FC236}">
                <a16:creationId xmlns:a16="http://schemas.microsoft.com/office/drawing/2014/main" id="{7116FC4D-5702-B27D-B15B-CEA9DA831618}"/>
              </a:ext>
            </a:extLst>
          </p:cNvPr>
          <p:cNvSpPr>
            <a:spLocks noGrp="1"/>
          </p:cNvSpPr>
          <p:nvPr>
            <p:ph type="body" sz="quarter" idx="45" hasCustomPrompt="1"/>
          </p:nvPr>
        </p:nvSpPr>
        <p:spPr>
          <a:xfrm>
            <a:off x="8419823" y="5311330"/>
            <a:ext cx="2880000" cy="359995"/>
          </a:xfrm>
        </p:spPr>
        <p:txBody>
          <a:bodyPr>
            <a:noAutofit/>
          </a:bodyPr>
          <a:lstStyle>
            <a:lvl1pPr algn="ct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Designation</a:t>
            </a:r>
          </a:p>
        </p:txBody>
      </p:sp>
      <p:sp>
        <p:nvSpPr>
          <p:cNvPr id="15" name="Text Placeholder 7">
            <a:extLst>
              <a:ext uri="{FF2B5EF4-FFF2-40B4-BE49-F238E27FC236}">
                <a16:creationId xmlns:a16="http://schemas.microsoft.com/office/drawing/2014/main" id="{DB2E23DA-E300-877F-BDA8-E82AD29EC25C}"/>
              </a:ext>
            </a:extLst>
          </p:cNvPr>
          <p:cNvSpPr>
            <a:spLocks noGrp="1"/>
          </p:cNvSpPr>
          <p:nvPr>
            <p:ph type="body" sz="quarter" idx="46" hasCustomPrompt="1"/>
          </p:nvPr>
        </p:nvSpPr>
        <p:spPr>
          <a:xfrm>
            <a:off x="8419823" y="4917752"/>
            <a:ext cx="2880000" cy="360000"/>
          </a:xfrm>
        </p:spPr>
        <p:txBody>
          <a:bodyPr anchor="b">
            <a:noAutofit/>
          </a:bodyPr>
          <a:lstStyle>
            <a:lvl1pPr algn="ctr">
              <a:lnSpc>
                <a:spcPct val="100000"/>
              </a:lnSpc>
              <a:spcBef>
                <a:spcPts val="0"/>
              </a:spcBef>
              <a:defRPr sz="1800">
                <a:solidFill>
                  <a:schemeClr val="tx2"/>
                </a:solidFill>
              </a:defRPr>
            </a:lvl1pPr>
          </a:lstStyle>
          <a:p>
            <a:pPr lvl="0"/>
            <a:r>
              <a:rPr lang="en-GB" dirty="0"/>
              <a:t>Name</a:t>
            </a:r>
          </a:p>
        </p:txBody>
      </p:sp>
      <p:sp>
        <p:nvSpPr>
          <p:cNvPr id="16" name="Picture Placeholder 26">
            <a:extLst>
              <a:ext uri="{FF2B5EF4-FFF2-40B4-BE49-F238E27FC236}">
                <a16:creationId xmlns:a16="http://schemas.microsoft.com/office/drawing/2014/main" id="{4C3AE04B-11DD-8AB3-6E11-724A1798633E}"/>
              </a:ext>
            </a:extLst>
          </p:cNvPr>
          <p:cNvSpPr>
            <a:spLocks noGrp="1"/>
          </p:cNvSpPr>
          <p:nvPr>
            <p:ph type="pic" sz="quarter" idx="47"/>
          </p:nvPr>
        </p:nvSpPr>
        <p:spPr>
          <a:xfrm>
            <a:off x="8419823" y="1800296"/>
            <a:ext cx="2880000" cy="2880000"/>
          </a:xfrm>
          <a:prstGeom prst="rect">
            <a:avLst/>
          </a:prstGeom>
          <a:pattFill prst="pct5">
            <a:fgClr>
              <a:schemeClr val="accent6"/>
            </a:fgClr>
            <a:bgClr>
              <a:schemeClr val="accent4"/>
            </a:bgClr>
          </a:pattFill>
        </p:spPr>
        <p:txBody>
          <a:bodyPr vert="horz" wrap="square" lIns="91440" tIns="45720" rIns="91440" bIns="45720" rtlCol="0" anchor="t">
            <a:noAutofit/>
          </a:bodyPr>
          <a:lstStyle>
            <a:lvl1pPr>
              <a:defRPr lang="en-ID" sz="1400" dirty="0"/>
            </a:lvl1pPr>
          </a:lstStyle>
          <a:p>
            <a:pPr lvl="0" algn="ctr"/>
            <a:endParaRPr lang="en-ID" dirty="0"/>
          </a:p>
        </p:txBody>
      </p:sp>
    </p:spTree>
    <p:extLst>
      <p:ext uri="{BB962C8B-B14F-4D97-AF65-F5344CB8AC3E}">
        <p14:creationId xmlns:p14="http://schemas.microsoft.com/office/powerpoint/2010/main" val="35061035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m S07V3">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C19E034C-1D99-06F7-97F5-2AC8D9ABDEAB}"/>
              </a:ext>
            </a:extLst>
          </p:cNvPr>
          <p:cNvSpPr>
            <a:spLocks noGrp="1"/>
          </p:cNvSpPr>
          <p:nvPr>
            <p:ph type="title"/>
          </p:nvPr>
        </p:nvSpPr>
        <p:spPr>
          <a:xfrm>
            <a:off x="587375" y="584201"/>
            <a:ext cx="11017248" cy="798639"/>
          </a:xfrm>
          <a:prstGeom prst="rect">
            <a:avLst/>
          </a:prstGeom>
        </p:spPr>
        <p:txBody>
          <a:bodyPr anchor="t">
            <a:noAutofit/>
          </a:bodyPr>
          <a:lstStyle>
            <a:lvl1pPr>
              <a:defRPr>
                <a:solidFill>
                  <a:schemeClr val="tx1"/>
                </a:solidFill>
              </a:defRPr>
            </a:lvl1pPr>
          </a:lstStyle>
          <a:p>
            <a:r>
              <a:rPr lang="en-US" dirty="0"/>
              <a:t>Click to edit Master title style</a:t>
            </a:r>
            <a:endParaRPr lang="en-ID" dirty="0"/>
          </a:p>
        </p:txBody>
      </p:sp>
      <p:sp>
        <p:nvSpPr>
          <p:cNvPr id="3" name="Text Placeholder 2">
            <a:extLst>
              <a:ext uri="{FF2B5EF4-FFF2-40B4-BE49-F238E27FC236}">
                <a16:creationId xmlns:a16="http://schemas.microsoft.com/office/drawing/2014/main" id="{A0815F03-132A-30B4-F820-42CF8CFBE79E}"/>
              </a:ext>
            </a:extLst>
          </p:cNvPr>
          <p:cNvSpPr>
            <a:spLocks noGrp="1"/>
          </p:cNvSpPr>
          <p:nvPr>
            <p:ph type="body" sz="quarter" idx="15" hasCustomPrompt="1"/>
          </p:nvPr>
        </p:nvSpPr>
        <p:spPr>
          <a:xfrm>
            <a:off x="691137" y="5105947"/>
            <a:ext cx="2408538" cy="359995"/>
          </a:xfrm>
        </p:spPr>
        <p:txBody>
          <a:bodyPr vert="horz" lIns="91440" tIns="45720" rIns="91440" bIns="45720" rtlCol="0" anchor="ctr">
            <a:noAutofit/>
          </a:bodyPr>
          <a:lstStyle>
            <a:lvl1pPr algn="ctr">
              <a:defRPr lang="en-US" sz="1600" b="0" dirty="0">
                <a:solidFill>
                  <a:schemeClr val="tx1"/>
                </a:solidFill>
              </a:defRPr>
            </a:lvl1pPr>
          </a:lstStyle>
          <a:p>
            <a:pPr lvl="0">
              <a:lnSpc>
                <a:spcPct val="100000"/>
              </a:lnSpc>
              <a:spcBef>
                <a:spcPts val="0"/>
              </a:spcBef>
            </a:pPr>
            <a:r>
              <a:rPr lang="en-US" dirty="0"/>
              <a:t>Designation</a:t>
            </a:r>
          </a:p>
        </p:txBody>
      </p:sp>
      <p:sp>
        <p:nvSpPr>
          <p:cNvPr id="8" name="Text Placeholder 7">
            <a:extLst>
              <a:ext uri="{FF2B5EF4-FFF2-40B4-BE49-F238E27FC236}">
                <a16:creationId xmlns:a16="http://schemas.microsoft.com/office/drawing/2014/main" id="{7340C901-2FBA-7B5F-F65A-DE63CFA89B49}"/>
              </a:ext>
            </a:extLst>
          </p:cNvPr>
          <p:cNvSpPr>
            <a:spLocks noGrp="1"/>
          </p:cNvSpPr>
          <p:nvPr>
            <p:ph type="body" sz="quarter" idx="16" hasCustomPrompt="1"/>
          </p:nvPr>
        </p:nvSpPr>
        <p:spPr>
          <a:xfrm>
            <a:off x="691137" y="4712369"/>
            <a:ext cx="2408538" cy="360000"/>
          </a:xfrm>
        </p:spPr>
        <p:txBody>
          <a:bodyPr vert="horz" lIns="91440" tIns="45720" rIns="91440" bIns="45720" rtlCol="0" anchor="b">
            <a:noAutofit/>
          </a:bodyPr>
          <a:lstStyle>
            <a:lvl1pPr algn="ctr">
              <a:defRPr lang="en-GB" sz="1800" dirty="0">
                <a:solidFill>
                  <a:schemeClr val="tx1"/>
                </a:solidFill>
              </a:defRPr>
            </a:lvl1pPr>
          </a:lstStyle>
          <a:p>
            <a:pPr lvl="0">
              <a:lnSpc>
                <a:spcPct val="100000"/>
              </a:lnSpc>
              <a:spcBef>
                <a:spcPts val="0"/>
              </a:spcBef>
            </a:pPr>
            <a:r>
              <a:rPr lang="en-GB" dirty="0"/>
              <a:t>Name</a:t>
            </a:r>
          </a:p>
        </p:txBody>
      </p:sp>
      <p:sp>
        <p:nvSpPr>
          <p:cNvPr id="9" name="Picture Placeholder 26">
            <a:extLst>
              <a:ext uri="{FF2B5EF4-FFF2-40B4-BE49-F238E27FC236}">
                <a16:creationId xmlns:a16="http://schemas.microsoft.com/office/drawing/2014/main" id="{CD6AD5A6-299A-AB1E-E194-967CA15848B1}"/>
              </a:ext>
            </a:extLst>
          </p:cNvPr>
          <p:cNvSpPr>
            <a:spLocks noGrp="1"/>
          </p:cNvSpPr>
          <p:nvPr>
            <p:ph type="pic" sz="quarter" idx="42"/>
          </p:nvPr>
        </p:nvSpPr>
        <p:spPr>
          <a:xfrm>
            <a:off x="691137" y="2008135"/>
            <a:ext cx="2408538" cy="2408538"/>
          </a:xfrm>
          <a:prstGeom prst="rect">
            <a:avLst/>
          </a:prstGeom>
          <a:pattFill prst="pct5">
            <a:fgClr>
              <a:schemeClr val="accent6"/>
            </a:fgClr>
            <a:bgClr>
              <a:schemeClr val="accent4"/>
            </a:bgClr>
          </a:pattFill>
        </p:spPr>
        <p:txBody>
          <a:bodyPr vert="horz" wrap="square" lIns="91440" tIns="45720" rIns="91440" bIns="45720" rtlCol="0" anchor="t">
            <a:noAutofit/>
          </a:bodyPr>
          <a:lstStyle>
            <a:lvl1pPr>
              <a:defRPr lang="en-ID" sz="1400" dirty="0"/>
            </a:lvl1pPr>
          </a:lstStyle>
          <a:p>
            <a:pPr lvl="0" algn="ctr"/>
            <a:endParaRPr lang="en-ID" dirty="0"/>
          </a:p>
        </p:txBody>
      </p:sp>
      <p:sp>
        <p:nvSpPr>
          <p:cNvPr id="10" name="Text Placeholder 2">
            <a:extLst>
              <a:ext uri="{FF2B5EF4-FFF2-40B4-BE49-F238E27FC236}">
                <a16:creationId xmlns:a16="http://schemas.microsoft.com/office/drawing/2014/main" id="{03EE63A5-67C9-3E5E-F645-B9CDA73505B3}"/>
              </a:ext>
            </a:extLst>
          </p:cNvPr>
          <p:cNvSpPr>
            <a:spLocks noGrp="1"/>
          </p:cNvSpPr>
          <p:nvPr>
            <p:ph type="body" sz="quarter" idx="43" hasCustomPrompt="1"/>
          </p:nvPr>
        </p:nvSpPr>
        <p:spPr>
          <a:xfrm>
            <a:off x="3486217" y="5105947"/>
            <a:ext cx="2408538" cy="359995"/>
          </a:xfrm>
        </p:spPr>
        <p:txBody>
          <a:bodyPr vert="horz" lIns="91440" tIns="45720" rIns="91440" bIns="45720" rtlCol="0" anchor="ctr">
            <a:noAutofit/>
          </a:bodyPr>
          <a:lstStyle>
            <a:lvl1pPr algn="ctr">
              <a:defRPr lang="en-US" sz="1600" b="0" dirty="0">
                <a:solidFill>
                  <a:schemeClr val="tx1"/>
                </a:solidFill>
              </a:defRPr>
            </a:lvl1pPr>
          </a:lstStyle>
          <a:p>
            <a:pPr lvl="0">
              <a:lnSpc>
                <a:spcPct val="100000"/>
              </a:lnSpc>
              <a:spcBef>
                <a:spcPts val="0"/>
              </a:spcBef>
            </a:pPr>
            <a:r>
              <a:rPr lang="en-US" dirty="0"/>
              <a:t>Designation</a:t>
            </a:r>
          </a:p>
        </p:txBody>
      </p:sp>
      <p:sp>
        <p:nvSpPr>
          <p:cNvPr id="11" name="Text Placeholder 7">
            <a:extLst>
              <a:ext uri="{FF2B5EF4-FFF2-40B4-BE49-F238E27FC236}">
                <a16:creationId xmlns:a16="http://schemas.microsoft.com/office/drawing/2014/main" id="{055B5A71-D70A-D0C4-3800-BAF1F7DF257B}"/>
              </a:ext>
            </a:extLst>
          </p:cNvPr>
          <p:cNvSpPr>
            <a:spLocks noGrp="1"/>
          </p:cNvSpPr>
          <p:nvPr>
            <p:ph type="body" sz="quarter" idx="44" hasCustomPrompt="1"/>
          </p:nvPr>
        </p:nvSpPr>
        <p:spPr>
          <a:xfrm>
            <a:off x="3486217" y="4712369"/>
            <a:ext cx="2408538" cy="360000"/>
          </a:xfrm>
        </p:spPr>
        <p:txBody>
          <a:bodyPr vert="horz" lIns="91440" tIns="45720" rIns="91440" bIns="45720" rtlCol="0" anchor="b">
            <a:noAutofit/>
          </a:bodyPr>
          <a:lstStyle>
            <a:lvl1pPr algn="ctr">
              <a:defRPr lang="en-GB" sz="1800" dirty="0">
                <a:solidFill>
                  <a:schemeClr val="tx1"/>
                </a:solidFill>
              </a:defRPr>
            </a:lvl1pPr>
          </a:lstStyle>
          <a:p>
            <a:pPr lvl="0">
              <a:lnSpc>
                <a:spcPct val="100000"/>
              </a:lnSpc>
              <a:spcBef>
                <a:spcPts val="0"/>
              </a:spcBef>
            </a:pPr>
            <a:r>
              <a:rPr lang="en-GB" dirty="0"/>
              <a:t>Name</a:t>
            </a:r>
          </a:p>
        </p:txBody>
      </p:sp>
      <p:sp>
        <p:nvSpPr>
          <p:cNvPr id="12" name="Picture Placeholder 26">
            <a:extLst>
              <a:ext uri="{FF2B5EF4-FFF2-40B4-BE49-F238E27FC236}">
                <a16:creationId xmlns:a16="http://schemas.microsoft.com/office/drawing/2014/main" id="{50DD4AAB-BA23-6D7A-288B-527E8D206C27}"/>
              </a:ext>
            </a:extLst>
          </p:cNvPr>
          <p:cNvSpPr>
            <a:spLocks noGrp="1"/>
          </p:cNvSpPr>
          <p:nvPr>
            <p:ph type="pic" sz="quarter" idx="45"/>
          </p:nvPr>
        </p:nvSpPr>
        <p:spPr>
          <a:xfrm>
            <a:off x="3486217" y="2008135"/>
            <a:ext cx="2408538" cy="2408538"/>
          </a:xfrm>
          <a:prstGeom prst="rect">
            <a:avLst/>
          </a:prstGeom>
          <a:pattFill prst="pct5">
            <a:fgClr>
              <a:schemeClr val="accent6"/>
            </a:fgClr>
            <a:bgClr>
              <a:schemeClr val="accent4"/>
            </a:bgClr>
          </a:pattFill>
        </p:spPr>
        <p:txBody>
          <a:bodyPr vert="horz" wrap="square" lIns="91440" tIns="45720" rIns="91440" bIns="45720" rtlCol="0" anchor="t">
            <a:noAutofit/>
          </a:bodyPr>
          <a:lstStyle>
            <a:lvl1pPr>
              <a:defRPr lang="en-ID" sz="1400" dirty="0"/>
            </a:lvl1pPr>
          </a:lstStyle>
          <a:p>
            <a:pPr lvl="0" algn="ctr"/>
            <a:endParaRPr lang="en-ID" dirty="0"/>
          </a:p>
        </p:txBody>
      </p:sp>
      <p:sp>
        <p:nvSpPr>
          <p:cNvPr id="15" name="Text Placeholder 2">
            <a:extLst>
              <a:ext uri="{FF2B5EF4-FFF2-40B4-BE49-F238E27FC236}">
                <a16:creationId xmlns:a16="http://schemas.microsoft.com/office/drawing/2014/main" id="{F4DB6636-66F6-6BB5-A0D0-F94F99726BE8}"/>
              </a:ext>
            </a:extLst>
          </p:cNvPr>
          <p:cNvSpPr>
            <a:spLocks noGrp="1"/>
          </p:cNvSpPr>
          <p:nvPr>
            <p:ph type="body" sz="quarter" idx="46" hasCustomPrompt="1"/>
          </p:nvPr>
        </p:nvSpPr>
        <p:spPr>
          <a:xfrm>
            <a:off x="6281297" y="5105947"/>
            <a:ext cx="2408538" cy="359995"/>
          </a:xfrm>
        </p:spPr>
        <p:txBody>
          <a:bodyPr vert="horz" lIns="91440" tIns="45720" rIns="91440" bIns="45720" rtlCol="0" anchor="ctr">
            <a:noAutofit/>
          </a:bodyPr>
          <a:lstStyle>
            <a:lvl1pPr algn="ctr">
              <a:defRPr lang="en-US" sz="1600" b="0" dirty="0">
                <a:solidFill>
                  <a:schemeClr val="tx1"/>
                </a:solidFill>
              </a:defRPr>
            </a:lvl1pPr>
          </a:lstStyle>
          <a:p>
            <a:pPr lvl="0">
              <a:lnSpc>
                <a:spcPct val="100000"/>
              </a:lnSpc>
              <a:spcBef>
                <a:spcPts val="0"/>
              </a:spcBef>
            </a:pPr>
            <a:r>
              <a:rPr lang="en-US" dirty="0"/>
              <a:t>Designation</a:t>
            </a:r>
          </a:p>
        </p:txBody>
      </p:sp>
      <p:sp>
        <p:nvSpPr>
          <p:cNvPr id="16" name="Text Placeholder 7">
            <a:extLst>
              <a:ext uri="{FF2B5EF4-FFF2-40B4-BE49-F238E27FC236}">
                <a16:creationId xmlns:a16="http://schemas.microsoft.com/office/drawing/2014/main" id="{547A51CF-6994-5CAE-C5EB-042772810522}"/>
              </a:ext>
            </a:extLst>
          </p:cNvPr>
          <p:cNvSpPr>
            <a:spLocks noGrp="1"/>
          </p:cNvSpPr>
          <p:nvPr>
            <p:ph type="body" sz="quarter" idx="47" hasCustomPrompt="1"/>
          </p:nvPr>
        </p:nvSpPr>
        <p:spPr>
          <a:xfrm>
            <a:off x="6281297" y="4712369"/>
            <a:ext cx="2408538" cy="360000"/>
          </a:xfrm>
        </p:spPr>
        <p:txBody>
          <a:bodyPr vert="horz" lIns="91440" tIns="45720" rIns="91440" bIns="45720" rtlCol="0" anchor="b">
            <a:noAutofit/>
          </a:bodyPr>
          <a:lstStyle>
            <a:lvl1pPr algn="ctr">
              <a:defRPr lang="en-GB" sz="1800" dirty="0">
                <a:solidFill>
                  <a:schemeClr val="tx1"/>
                </a:solidFill>
              </a:defRPr>
            </a:lvl1pPr>
          </a:lstStyle>
          <a:p>
            <a:pPr lvl="0">
              <a:lnSpc>
                <a:spcPct val="100000"/>
              </a:lnSpc>
              <a:spcBef>
                <a:spcPts val="0"/>
              </a:spcBef>
            </a:pPr>
            <a:r>
              <a:rPr lang="en-GB" dirty="0"/>
              <a:t>Name</a:t>
            </a:r>
          </a:p>
        </p:txBody>
      </p:sp>
      <p:sp>
        <p:nvSpPr>
          <p:cNvPr id="17" name="Picture Placeholder 26">
            <a:extLst>
              <a:ext uri="{FF2B5EF4-FFF2-40B4-BE49-F238E27FC236}">
                <a16:creationId xmlns:a16="http://schemas.microsoft.com/office/drawing/2014/main" id="{EECCB98C-D827-A8C2-B5E2-2B01A0973139}"/>
              </a:ext>
            </a:extLst>
          </p:cNvPr>
          <p:cNvSpPr>
            <a:spLocks noGrp="1"/>
          </p:cNvSpPr>
          <p:nvPr>
            <p:ph type="pic" sz="quarter" idx="48"/>
          </p:nvPr>
        </p:nvSpPr>
        <p:spPr>
          <a:xfrm>
            <a:off x="6281297" y="2008135"/>
            <a:ext cx="2408538" cy="2408538"/>
          </a:xfrm>
          <a:prstGeom prst="rect">
            <a:avLst/>
          </a:prstGeom>
          <a:pattFill prst="pct5">
            <a:fgClr>
              <a:schemeClr val="accent6"/>
            </a:fgClr>
            <a:bgClr>
              <a:schemeClr val="accent4"/>
            </a:bgClr>
          </a:pattFill>
        </p:spPr>
        <p:txBody>
          <a:bodyPr vert="horz" wrap="square" lIns="91440" tIns="45720" rIns="91440" bIns="45720" rtlCol="0" anchor="t">
            <a:noAutofit/>
          </a:bodyPr>
          <a:lstStyle>
            <a:lvl1pPr>
              <a:defRPr lang="en-ID" sz="1400" dirty="0"/>
            </a:lvl1pPr>
          </a:lstStyle>
          <a:p>
            <a:pPr lvl="0" algn="ctr"/>
            <a:endParaRPr lang="en-ID" dirty="0"/>
          </a:p>
        </p:txBody>
      </p:sp>
      <p:sp>
        <p:nvSpPr>
          <p:cNvPr id="18" name="Text Placeholder 2">
            <a:extLst>
              <a:ext uri="{FF2B5EF4-FFF2-40B4-BE49-F238E27FC236}">
                <a16:creationId xmlns:a16="http://schemas.microsoft.com/office/drawing/2014/main" id="{3F4C55C7-6B03-A47D-FD5F-92753821F26E}"/>
              </a:ext>
            </a:extLst>
          </p:cNvPr>
          <p:cNvSpPr>
            <a:spLocks noGrp="1"/>
          </p:cNvSpPr>
          <p:nvPr>
            <p:ph type="body" sz="quarter" idx="49" hasCustomPrompt="1"/>
          </p:nvPr>
        </p:nvSpPr>
        <p:spPr>
          <a:xfrm>
            <a:off x="9076377" y="5105947"/>
            <a:ext cx="2408538" cy="359995"/>
          </a:xfrm>
        </p:spPr>
        <p:txBody>
          <a:bodyPr vert="horz" lIns="91440" tIns="45720" rIns="91440" bIns="45720" rtlCol="0" anchor="ctr">
            <a:noAutofit/>
          </a:bodyPr>
          <a:lstStyle>
            <a:lvl1pPr algn="ctr">
              <a:defRPr lang="en-US" sz="1600" b="0" dirty="0">
                <a:solidFill>
                  <a:schemeClr val="tx1"/>
                </a:solidFill>
              </a:defRPr>
            </a:lvl1pPr>
          </a:lstStyle>
          <a:p>
            <a:pPr lvl="0">
              <a:lnSpc>
                <a:spcPct val="100000"/>
              </a:lnSpc>
              <a:spcBef>
                <a:spcPts val="0"/>
              </a:spcBef>
            </a:pPr>
            <a:r>
              <a:rPr lang="en-US" dirty="0"/>
              <a:t>Designation</a:t>
            </a:r>
          </a:p>
        </p:txBody>
      </p:sp>
      <p:sp>
        <p:nvSpPr>
          <p:cNvPr id="19" name="Text Placeholder 7">
            <a:extLst>
              <a:ext uri="{FF2B5EF4-FFF2-40B4-BE49-F238E27FC236}">
                <a16:creationId xmlns:a16="http://schemas.microsoft.com/office/drawing/2014/main" id="{1DBA7B7E-5125-2F25-9696-BEA9BB354A54}"/>
              </a:ext>
            </a:extLst>
          </p:cNvPr>
          <p:cNvSpPr>
            <a:spLocks noGrp="1"/>
          </p:cNvSpPr>
          <p:nvPr>
            <p:ph type="body" sz="quarter" idx="50" hasCustomPrompt="1"/>
          </p:nvPr>
        </p:nvSpPr>
        <p:spPr>
          <a:xfrm>
            <a:off x="9076377" y="4712369"/>
            <a:ext cx="2408538" cy="360000"/>
          </a:xfrm>
        </p:spPr>
        <p:txBody>
          <a:bodyPr vert="horz" lIns="91440" tIns="45720" rIns="91440" bIns="45720" rtlCol="0" anchor="b">
            <a:noAutofit/>
          </a:bodyPr>
          <a:lstStyle>
            <a:lvl1pPr algn="ctr">
              <a:defRPr lang="en-GB" sz="1800" dirty="0">
                <a:solidFill>
                  <a:schemeClr val="tx1"/>
                </a:solidFill>
              </a:defRPr>
            </a:lvl1pPr>
          </a:lstStyle>
          <a:p>
            <a:pPr lvl="0">
              <a:lnSpc>
                <a:spcPct val="100000"/>
              </a:lnSpc>
              <a:spcBef>
                <a:spcPts val="0"/>
              </a:spcBef>
            </a:pPr>
            <a:r>
              <a:rPr lang="en-GB" dirty="0"/>
              <a:t>Name</a:t>
            </a:r>
          </a:p>
        </p:txBody>
      </p:sp>
      <p:sp>
        <p:nvSpPr>
          <p:cNvPr id="20" name="Picture Placeholder 26">
            <a:extLst>
              <a:ext uri="{FF2B5EF4-FFF2-40B4-BE49-F238E27FC236}">
                <a16:creationId xmlns:a16="http://schemas.microsoft.com/office/drawing/2014/main" id="{A9EBFC77-7069-3ECB-C6AD-3D89CB84D5B8}"/>
              </a:ext>
            </a:extLst>
          </p:cNvPr>
          <p:cNvSpPr>
            <a:spLocks noGrp="1"/>
          </p:cNvSpPr>
          <p:nvPr>
            <p:ph type="pic" sz="quarter" idx="51"/>
          </p:nvPr>
        </p:nvSpPr>
        <p:spPr>
          <a:xfrm>
            <a:off x="9076377" y="2008135"/>
            <a:ext cx="2408538" cy="2408538"/>
          </a:xfrm>
          <a:prstGeom prst="rect">
            <a:avLst/>
          </a:prstGeom>
          <a:pattFill prst="pct5">
            <a:fgClr>
              <a:schemeClr val="accent6"/>
            </a:fgClr>
            <a:bgClr>
              <a:schemeClr val="accent4"/>
            </a:bgClr>
          </a:pattFill>
        </p:spPr>
        <p:txBody>
          <a:bodyPr vert="horz" wrap="square" lIns="91440" tIns="45720" rIns="91440" bIns="45720" rtlCol="0" anchor="t">
            <a:noAutofit/>
          </a:bodyPr>
          <a:lstStyle>
            <a:lvl1pPr>
              <a:defRPr lang="en-ID" sz="1400" dirty="0"/>
            </a:lvl1pPr>
          </a:lstStyle>
          <a:p>
            <a:pPr lvl="0" algn="ctr"/>
            <a:endParaRPr lang="en-ID" dirty="0"/>
          </a:p>
        </p:txBody>
      </p:sp>
    </p:spTree>
    <p:extLst>
      <p:ext uri="{BB962C8B-B14F-4D97-AF65-F5344CB8AC3E}">
        <p14:creationId xmlns:p14="http://schemas.microsoft.com/office/powerpoint/2010/main" val="24166457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am S07V4">
    <p:bg>
      <p:bgPr>
        <a:solidFill>
          <a:schemeClr val="bg2">
            <a:alpha val="30000"/>
          </a:schemeClr>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10" name="Text Placeholder 2">
            <a:extLst>
              <a:ext uri="{FF2B5EF4-FFF2-40B4-BE49-F238E27FC236}">
                <a16:creationId xmlns:a16="http://schemas.microsoft.com/office/drawing/2014/main" id="{587112E7-D99B-8306-2F89-298B66A1FBAB}"/>
              </a:ext>
            </a:extLst>
          </p:cNvPr>
          <p:cNvSpPr>
            <a:spLocks noGrp="1"/>
          </p:cNvSpPr>
          <p:nvPr>
            <p:ph type="body" sz="quarter" idx="15" hasCustomPrompt="1"/>
          </p:nvPr>
        </p:nvSpPr>
        <p:spPr>
          <a:xfrm>
            <a:off x="853636" y="5214655"/>
            <a:ext cx="2959978" cy="359995"/>
          </a:xfrm>
        </p:spPr>
        <p:txBody>
          <a:bodyPr>
            <a:noAutofit/>
          </a:bodyPr>
          <a:lstStyle>
            <a:lvl1pPr algn="ct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Designation</a:t>
            </a:r>
          </a:p>
        </p:txBody>
      </p:sp>
      <p:sp>
        <p:nvSpPr>
          <p:cNvPr id="12" name="Text Placeholder 7">
            <a:extLst>
              <a:ext uri="{FF2B5EF4-FFF2-40B4-BE49-F238E27FC236}">
                <a16:creationId xmlns:a16="http://schemas.microsoft.com/office/drawing/2014/main" id="{73DE5B6F-6582-3BB5-FD64-58F4F2D8A9CB}"/>
              </a:ext>
            </a:extLst>
          </p:cNvPr>
          <p:cNvSpPr>
            <a:spLocks noGrp="1"/>
          </p:cNvSpPr>
          <p:nvPr>
            <p:ph type="body" sz="quarter" idx="16" hasCustomPrompt="1"/>
          </p:nvPr>
        </p:nvSpPr>
        <p:spPr>
          <a:xfrm>
            <a:off x="853636" y="4821077"/>
            <a:ext cx="2959978" cy="360000"/>
          </a:xfrm>
        </p:spPr>
        <p:txBody>
          <a:bodyPr anchor="b">
            <a:noAutofit/>
          </a:bodyPr>
          <a:lstStyle>
            <a:lvl1pPr algn="ctr">
              <a:lnSpc>
                <a:spcPct val="100000"/>
              </a:lnSpc>
              <a:spcBef>
                <a:spcPts val="0"/>
              </a:spcBef>
              <a:defRPr sz="1800">
                <a:solidFill>
                  <a:schemeClr val="tx2"/>
                </a:solidFill>
              </a:defRPr>
            </a:lvl1pPr>
          </a:lstStyle>
          <a:p>
            <a:pPr lvl="0"/>
            <a:r>
              <a:rPr lang="en-GB" dirty="0"/>
              <a:t>Name</a:t>
            </a:r>
          </a:p>
        </p:txBody>
      </p:sp>
      <p:sp>
        <p:nvSpPr>
          <p:cNvPr id="2" name="Title 1">
            <a:extLst>
              <a:ext uri="{FF2B5EF4-FFF2-40B4-BE49-F238E27FC236}">
                <a16:creationId xmlns:a16="http://schemas.microsoft.com/office/drawing/2014/main" id="{ECF5BF7B-E49D-31F7-CB0F-752F95590A05}"/>
              </a:ext>
            </a:extLst>
          </p:cNvPr>
          <p:cNvSpPr>
            <a:spLocks noGrp="1"/>
          </p:cNvSpPr>
          <p:nvPr>
            <p:ph type="title"/>
          </p:nvPr>
        </p:nvSpPr>
        <p:spPr>
          <a:xfrm>
            <a:off x="587375" y="584201"/>
            <a:ext cx="11017248" cy="798639"/>
          </a:xfrm>
          <a:prstGeom prst="rect">
            <a:avLst/>
          </a:prstGeom>
        </p:spPr>
        <p:txBody>
          <a:bodyPr anchor="t">
            <a:noAutofit/>
          </a:bodyPr>
          <a:lstStyle>
            <a:lvl1pPr>
              <a:defRPr>
                <a:solidFill>
                  <a:schemeClr val="tx2"/>
                </a:solidFill>
              </a:defRPr>
            </a:lvl1pPr>
          </a:lstStyle>
          <a:p>
            <a:r>
              <a:rPr lang="en-US" dirty="0"/>
              <a:t>Click to edit Master title style</a:t>
            </a:r>
            <a:endParaRPr lang="en-ID" dirty="0"/>
          </a:p>
        </p:txBody>
      </p:sp>
      <p:sp>
        <p:nvSpPr>
          <p:cNvPr id="8" name="Picture Placeholder 26">
            <a:extLst>
              <a:ext uri="{FF2B5EF4-FFF2-40B4-BE49-F238E27FC236}">
                <a16:creationId xmlns:a16="http://schemas.microsoft.com/office/drawing/2014/main" id="{2B3AF197-B900-56DC-C66F-FF0CB2442806}"/>
              </a:ext>
            </a:extLst>
          </p:cNvPr>
          <p:cNvSpPr>
            <a:spLocks noGrp="1"/>
          </p:cNvSpPr>
          <p:nvPr>
            <p:ph type="pic" sz="quarter" idx="13"/>
          </p:nvPr>
        </p:nvSpPr>
        <p:spPr>
          <a:xfrm>
            <a:off x="853636" y="1565403"/>
            <a:ext cx="2959978" cy="2959978"/>
          </a:xfrm>
          <a:prstGeom prst="rect">
            <a:avLst/>
          </a:prstGeom>
          <a:pattFill prst="pct5">
            <a:fgClr>
              <a:schemeClr val="accent6"/>
            </a:fgClr>
            <a:bgClr>
              <a:schemeClr val="accent4"/>
            </a:bgClr>
          </a:pattFill>
        </p:spPr>
        <p:txBody>
          <a:bodyPr vert="horz" wrap="square" lIns="91440" tIns="45720" rIns="91440" bIns="45720" rtlCol="0" anchor="t">
            <a:noAutofit/>
          </a:bodyPr>
          <a:lstStyle>
            <a:lvl1pPr>
              <a:defRPr lang="en-ID" sz="1400" dirty="0"/>
            </a:lvl1pPr>
          </a:lstStyle>
          <a:p>
            <a:pPr lvl="0" algn="ctr"/>
            <a:endParaRPr lang="en-ID" dirty="0"/>
          </a:p>
        </p:txBody>
      </p:sp>
      <p:sp>
        <p:nvSpPr>
          <p:cNvPr id="3" name="Text Placeholder 2">
            <a:extLst>
              <a:ext uri="{FF2B5EF4-FFF2-40B4-BE49-F238E27FC236}">
                <a16:creationId xmlns:a16="http://schemas.microsoft.com/office/drawing/2014/main" id="{1BF6ED28-19BD-B3F8-2B30-F17FDB6C3C5A}"/>
              </a:ext>
            </a:extLst>
          </p:cNvPr>
          <p:cNvSpPr>
            <a:spLocks noGrp="1"/>
          </p:cNvSpPr>
          <p:nvPr>
            <p:ph type="body" sz="quarter" idx="42" hasCustomPrompt="1"/>
          </p:nvPr>
        </p:nvSpPr>
        <p:spPr>
          <a:xfrm>
            <a:off x="4082847" y="3468325"/>
            <a:ext cx="2103944" cy="359995"/>
          </a:xfrm>
        </p:spPr>
        <p:txBody>
          <a:bodyPr>
            <a:noAutofit/>
          </a:bodyPr>
          <a:lstStyle>
            <a:lvl1pPr algn="ct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Designation</a:t>
            </a:r>
          </a:p>
        </p:txBody>
      </p:sp>
      <p:sp>
        <p:nvSpPr>
          <p:cNvPr id="4" name="Text Placeholder 7">
            <a:extLst>
              <a:ext uri="{FF2B5EF4-FFF2-40B4-BE49-F238E27FC236}">
                <a16:creationId xmlns:a16="http://schemas.microsoft.com/office/drawing/2014/main" id="{7D5746F0-D45B-01B9-ED08-0C01826507DB}"/>
              </a:ext>
            </a:extLst>
          </p:cNvPr>
          <p:cNvSpPr>
            <a:spLocks noGrp="1"/>
          </p:cNvSpPr>
          <p:nvPr>
            <p:ph type="body" sz="quarter" idx="43" hasCustomPrompt="1"/>
          </p:nvPr>
        </p:nvSpPr>
        <p:spPr>
          <a:xfrm>
            <a:off x="4082847" y="3074747"/>
            <a:ext cx="2103944" cy="360000"/>
          </a:xfrm>
        </p:spPr>
        <p:txBody>
          <a:bodyPr anchor="b">
            <a:noAutofit/>
          </a:bodyPr>
          <a:lstStyle>
            <a:lvl1pPr algn="ctr">
              <a:lnSpc>
                <a:spcPct val="100000"/>
              </a:lnSpc>
              <a:spcBef>
                <a:spcPts val="0"/>
              </a:spcBef>
              <a:defRPr sz="1800">
                <a:solidFill>
                  <a:schemeClr val="tx2"/>
                </a:solidFill>
              </a:defRPr>
            </a:lvl1pPr>
          </a:lstStyle>
          <a:p>
            <a:pPr lvl="0"/>
            <a:r>
              <a:rPr lang="en-GB" dirty="0"/>
              <a:t>Name</a:t>
            </a:r>
          </a:p>
        </p:txBody>
      </p:sp>
      <p:sp>
        <p:nvSpPr>
          <p:cNvPr id="7" name="Picture Placeholder 26">
            <a:extLst>
              <a:ext uri="{FF2B5EF4-FFF2-40B4-BE49-F238E27FC236}">
                <a16:creationId xmlns:a16="http://schemas.microsoft.com/office/drawing/2014/main" id="{08E9B992-689F-C84B-8BAE-13709F3E6CD8}"/>
              </a:ext>
            </a:extLst>
          </p:cNvPr>
          <p:cNvSpPr>
            <a:spLocks noGrp="1"/>
          </p:cNvSpPr>
          <p:nvPr>
            <p:ph type="pic" sz="quarter" idx="44"/>
          </p:nvPr>
        </p:nvSpPr>
        <p:spPr>
          <a:xfrm>
            <a:off x="4437874" y="1565403"/>
            <a:ext cx="1393891" cy="1393891"/>
          </a:xfrm>
          <a:prstGeom prst="rect">
            <a:avLst/>
          </a:prstGeom>
          <a:pattFill prst="pct5">
            <a:fgClr>
              <a:schemeClr val="accent6"/>
            </a:fgClr>
            <a:bgClr>
              <a:schemeClr val="accent4"/>
            </a:bgClr>
          </a:pattFill>
        </p:spPr>
        <p:txBody>
          <a:bodyPr vert="horz" wrap="square" lIns="91440" tIns="45720" rIns="91440" bIns="45720" rtlCol="0" anchor="t">
            <a:noAutofit/>
          </a:bodyPr>
          <a:lstStyle>
            <a:lvl1pPr>
              <a:defRPr lang="en-ID" sz="1400" dirty="0"/>
            </a:lvl1pPr>
          </a:lstStyle>
          <a:p>
            <a:pPr lvl="0" algn="ctr"/>
            <a:endParaRPr lang="en-ID" dirty="0"/>
          </a:p>
        </p:txBody>
      </p:sp>
      <p:sp>
        <p:nvSpPr>
          <p:cNvPr id="23" name="Text Placeholder 2">
            <a:extLst>
              <a:ext uri="{FF2B5EF4-FFF2-40B4-BE49-F238E27FC236}">
                <a16:creationId xmlns:a16="http://schemas.microsoft.com/office/drawing/2014/main" id="{F3C9AA6C-27AE-8D55-CFE3-D0296F7EC359}"/>
              </a:ext>
            </a:extLst>
          </p:cNvPr>
          <p:cNvSpPr>
            <a:spLocks noGrp="1"/>
          </p:cNvSpPr>
          <p:nvPr>
            <p:ph type="body" sz="quarter" idx="45" hasCustomPrompt="1"/>
          </p:nvPr>
        </p:nvSpPr>
        <p:spPr>
          <a:xfrm>
            <a:off x="6791763" y="3468325"/>
            <a:ext cx="2103944" cy="359995"/>
          </a:xfrm>
        </p:spPr>
        <p:txBody>
          <a:bodyPr>
            <a:noAutofit/>
          </a:bodyPr>
          <a:lstStyle>
            <a:lvl1pPr algn="ct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Designation</a:t>
            </a:r>
          </a:p>
        </p:txBody>
      </p:sp>
      <p:sp>
        <p:nvSpPr>
          <p:cNvPr id="24" name="Text Placeholder 7">
            <a:extLst>
              <a:ext uri="{FF2B5EF4-FFF2-40B4-BE49-F238E27FC236}">
                <a16:creationId xmlns:a16="http://schemas.microsoft.com/office/drawing/2014/main" id="{B1211201-BF3C-0DAB-7452-0E0D8B10434B}"/>
              </a:ext>
            </a:extLst>
          </p:cNvPr>
          <p:cNvSpPr>
            <a:spLocks noGrp="1"/>
          </p:cNvSpPr>
          <p:nvPr>
            <p:ph type="body" sz="quarter" idx="46" hasCustomPrompt="1"/>
          </p:nvPr>
        </p:nvSpPr>
        <p:spPr>
          <a:xfrm>
            <a:off x="6791763" y="3074747"/>
            <a:ext cx="2103944" cy="360000"/>
          </a:xfrm>
        </p:spPr>
        <p:txBody>
          <a:bodyPr anchor="b">
            <a:noAutofit/>
          </a:bodyPr>
          <a:lstStyle>
            <a:lvl1pPr algn="ctr">
              <a:lnSpc>
                <a:spcPct val="100000"/>
              </a:lnSpc>
              <a:spcBef>
                <a:spcPts val="0"/>
              </a:spcBef>
              <a:defRPr sz="1800">
                <a:solidFill>
                  <a:schemeClr val="tx2"/>
                </a:solidFill>
              </a:defRPr>
            </a:lvl1pPr>
          </a:lstStyle>
          <a:p>
            <a:pPr lvl="0"/>
            <a:r>
              <a:rPr lang="en-GB" dirty="0"/>
              <a:t>Name</a:t>
            </a:r>
          </a:p>
        </p:txBody>
      </p:sp>
      <p:sp>
        <p:nvSpPr>
          <p:cNvPr id="25" name="Picture Placeholder 26">
            <a:extLst>
              <a:ext uri="{FF2B5EF4-FFF2-40B4-BE49-F238E27FC236}">
                <a16:creationId xmlns:a16="http://schemas.microsoft.com/office/drawing/2014/main" id="{2C4B665F-8F84-842E-356F-3A68E350D27C}"/>
              </a:ext>
            </a:extLst>
          </p:cNvPr>
          <p:cNvSpPr>
            <a:spLocks noGrp="1"/>
          </p:cNvSpPr>
          <p:nvPr>
            <p:ph type="pic" sz="quarter" idx="47"/>
          </p:nvPr>
        </p:nvSpPr>
        <p:spPr>
          <a:xfrm>
            <a:off x="7146790" y="1565403"/>
            <a:ext cx="1393891" cy="1393891"/>
          </a:xfrm>
          <a:prstGeom prst="rect">
            <a:avLst/>
          </a:prstGeom>
          <a:pattFill prst="pct5">
            <a:fgClr>
              <a:schemeClr val="accent6"/>
            </a:fgClr>
            <a:bgClr>
              <a:schemeClr val="accent4"/>
            </a:bgClr>
          </a:pattFill>
        </p:spPr>
        <p:txBody>
          <a:bodyPr vert="horz" wrap="square" lIns="91440" tIns="45720" rIns="91440" bIns="45720" rtlCol="0" anchor="t">
            <a:noAutofit/>
          </a:bodyPr>
          <a:lstStyle>
            <a:lvl1pPr>
              <a:defRPr lang="en-ID" sz="1400" dirty="0"/>
            </a:lvl1pPr>
          </a:lstStyle>
          <a:p>
            <a:pPr lvl="0" algn="ctr"/>
            <a:endParaRPr lang="en-ID" dirty="0"/>
          </a:p>
        </p:txBody>
      </p:sp>
      <p:sp>
        <p:nvSpPr>
          <p:cNvPr id="26" name="Text Placeholder 2">
            <a:extLst>
              <a:ext uri="{FF2B5EF4-FFF2-40B4-BE49-F238E27FC236}">
                <a16:creationId xmlns:a16="http://schemas.microsoft.com/office/drawing/2014/main" id="{EB270B02-26B1-FC64-C1DE-D0A6FB8E0402}"/>
              </a:ext>
            </a:extLst>
          </p:cNvPr>
          <p:cNvSpPr>
            <a:spLocks noGrp="1"/>
          </p:cNvSpPr>
          <p:nvPr>
            <p:ph type="body" sz="quarter" idx="48" hasCustomPrompt="1"/>
          </p:nvPr>
        </p:nvSpPr>
        <p:spPr>
          <a:xfrm>
            <a:off x="9500679" y="3468325"/>
            <a:ext cx="2103944" cy="359995"/>
          </a:xfrm>
        </p:spPr>
        <p:txBody>
          <a:bodyPr>
            <a:noAutofit/>
          </a:bodyPr>
          <a:lstStyle>
            <a:lvl1pPr algn="ct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Designation</a:t>
            </a:r>
          </a:p>
        </p:txBody>
      </p:sp>
      <p:sp>
        <p:nvSpPr>
          <p:cNvPr id="27" name="Text Placeholder 7">
            <a:extLst>
              <a:ext uri="{FF2B5EF4-FFF2-40B4-BE49-F238E27FC236}">
                <a16:creationId xmlns:a16="http://schemas.microsoft.com/office/drawing/2014/main" id="{7B8D6DF9-FA23-76CB-4298-975CE810A5EF}"/>
              </a:ext>
            </a:extLst>
          </p:cNvPr>
          <p:cNvSpPr>
            <a:spLocks noGrp="1"/>
          </p:cNvSpPr>
          <p:nvPr>
            <p:ph type="body" sz="quarter" idx="49" hasCustomPrompt="1"/>
          </p:nvPr>
        </p:nvSpPr>
        <p:spPr>
          <a:xfrm>
            <a:off x="9500679" y="3074747"/>
            <a:ext cx="2103944" cy="360000"/>
          </a:xfrm>
        </p:spPr>
        <p:txBody>
          <a:bodyPr anchor="b">
            <a:noAutofit/>
          </a:bodyPr>
          <a:lstStyle>
            <a:lvl1pPr algn="ctr">
              <a:lnSpc>
                <a:spcPct val="100000"/>
              </a:lnSpc>
              <a:spcBef>
                <a:spcPts val="0"/>
              </a:spcBef>
              <a:defRPr sz="1800">
                <a:solidFill>
                  <a:schemeClr val="tx2"/>
                </a:solidFill>
              </a:defRPr>
            </a:lvl1pPr>
          </a:lstStyle>
          <a:p>
            <a:pPr lvl="0"/>
            <a:r>
              <a:rPr lang="en-GB" dirty="0"/>
              <a:t>Name</a:t>
            </a:r>
          </a:p>
        </p:txBody>
      </p:sp>
      <p:sp>
        <p:nvSpPr>
          <p:cNvPr id="28" name="Picture Placeholder 26">
            <a:extLst>
              <a:ext uri="{FF2B5EF4-FFF2-40B4-BE49-F238E27FC236}">
                <a16:creationId xmlns:a16="http://schemas.microsoft.com/office/drawing/2014/main" id="{6CDD222F-6F1E-E967-A882-8FE5BD760094}"/>
              </a:ext>
            </a:extLst>
          </p:cNvPr>
          <p:cNvSpPr>
            <a:spLocks noGrp="1"/>
          </p:cNvSpPr>
          <p:nvPr>
            <p:ph type="pic" sz="quarter" idx="50"/>
          </p:nvPr>
        </p:nvSpPr>
        <p:spPr>
          <a:xfrm>
            <a:off x="9855706" y="1565403"/>
            <a:ext cx="1393891" cy="1393891"/>
          </a:xfrm>
          <a:prstGeom prst="rect">
            <a:avLst/>
          </a:prstGeom>
          <a:pattFill prst="pct5">
            <a:fgClr>
              <a:schemeClr val="accent6"/>
            </a:fgClr>
            <a:bgClr>
              <a:schemeClr val="accent4"/>
            </a:bgClr>
          </a:pattFill>
        </p:spPr>
        <p:txBody>
          <a:bodyPr vert="horz" wrap="square" lIns="91440" tIns="45720" rIns="91440" bIns="45720" rtlCol="0" anchor="t">
            <a:noAutofit/>
          </a:bodyPr>
          <a:lstStyle>
            <a:lvl1pPr>
              <a:defRPr lang="en-ID" sz="1400" dirty="0"/>
            </a:lvl1pPr>
          </a:lstStyle>
          <a:p>
            <a:pPr lvl="0" algn="ctr"/>
            <a:endParaRPr lang="en-ID" dirty="0"/>
          </a:p>
        </p:txBody>
      </p:sp>
      <p:sp>
        <p:nvSpPr>
          <p:cNvPr id="29" name="Text Placeholder 2">
            <a:extLst>
              <a:ext uri="{FF2B5EF4-FFF2-40B4-BE49-F238E27FC236}">
                <a16:creationId xmlns:a16="http://schemas.microsoft.com/office/drawing/2014/main" id="{547B9C8A-04FC-8098-41C4-04B384F4F30A}"/>
              </a:ext>
            </a:extLst>
          </p:cNvPr>
          <p:cNvSpPr>
            <a:spLocks noGrp="1"/>
          </p:cNvSpPr>
          <p:nvPr>
            <p:ph type="body" sz="quarter" idx="51" hasCustomPrompt="1"/>
          </p:nvPr>
        </p:nvSpPr>
        <p:spPr>
          <a:xfrm>
            <a:off x="4082847" y="5842154"/>
            <a:ext cx="2103944" cy="359995"/>
          </a:xfrm>
        </p:spPr>
        <p:txBody>
          <a:bodyPr>
            <a:noAutofit/>
          </a:bodyPr>
          <a:lstStyle>
            <a:lvl1pPr algn="ct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Designation</a:t>
            </a:r>
          </a:p>
        </p:txBody>
      </p:sp>
      <p:sp>
        <p:nvSpPr>
          <p:cNvPr id="30" name="Text Placeholder 7">
            <a:extLst>
              <a:ext uri="{FF2B5EF4-FFF2-40B4-BE49-F238E27FC236}">
                <a16:creationId xmlns:a16="http://schemas.microsoft.com/office/drawing/2014/main" id="{02514C64-2E84-CCEA-C02B-80B737E01B90}"/>
              </a:ext>
            </a:extLst>
          </p:cNvPr>
          <p:cNvSpPr>
            <a:spLocks noGrp="1"/>
          </p:cNvSpPr>
          <p:nvPr>
            <p:ph type="body" sz="quarter" idx="52" hasCustomPrompt="1"/>
          </p:nvPr>
        </p:nvSpPr>
        <p:spPr>
          <a:xfrm>
            <a:off x="4082847" y="5448576"/>
            <a:ext cx="2103944" cy="360000"/>
          </a:xfrm>
        </p:spPr>
        <p:txBody>
          <a:bodyPr anchor="b">
            <a:noAutofit/>
          </a:bodyPr>
          <a:lstStyle>
            <a:lvl1pPr algn="ctr">
              <a:lnSpc>
                <a:spcPct val="100000"/>
              </a:lnSpc>
              <a:spcBef>
                <a:spcPts val="0"/>
              </a:spcBef>
              <a:defRPr sz="1800">
                <a:solidFill>
                  <a:schemeClr val="tx2"/>
                </a:solidFill>
              </a:defRPr>
            </a:lvl1pPr>
          </a:lstStyle>
          <a:p>
            <a:pPr lvl="0"/>
            <a:r>
              <a:rPr lang="en-GB" dirty="0"/>
              <a:t>Name</a:t>
            </a:r>
          </a:p>
        </p:txBody>
      </p:sp>
      <p:sp>
        <p:nvSpPr>
          <p:cNvPr id="31" name="Picture Placeholder 26">
            <a:extLst>
              <a:ext uri="{FF2B5EF4-FFF2-40B4-BE49-F238E27FC236}">
                <a16:creationId xmlns:a16="http://schemas.microsoft.com/office/drawing/2014/main" id="{E37234E6-784D-9BAB-BE36-0F4398AA8C21}"/>
              </a:ext>
            </a:extLst>
          </p:cNvPr>
          <p:cNvSpPr>
            <a:spLocks noGrp="1"/>
          </p:cNvSpPr>
          <p:nvPr>
            <p:ph type="pic" sz="quarter" idx="53"/>
          </p:nvPr>
        </p:nvSpPr>
        <p:spPr>
          <a:xfrm>
            <a:off x="4437874" y="3939232"/>
            <a:ext cx="1393891" cy="1393891"/>
          </a:xfrm>
          <a:prstGeom prst="rect">
            <a:avLst/>
          </a:prstGeom>
          <a:pattFill prst="pct5">
            <a:fgClr>
              <a:schemeClr val="accent6"/>
            </a:fgClr>
            <a:bgClr>
              <a:schemeClr val="accent4"/>
            </a:bgClr>
          </a:pattFill>
        </p:spPr>
        <p:txBody>
          <a:bodyPr vert="horz" wrap="square" lIns="91440" tIns="45720" rIns="91440" bIns="45720" rtlCol="0" anchor="t">
            <a:noAutofit/>
          </a:bodyPr>
          <a:lstStyle>
            <a:lvl1pPr>
              <a:defRPr lang="en-ID" sz="1400" dirty="0"/>
            </a:lvl1pPr>
          </a:lstStyle>
          <a:p>
            <a:pPr lvl="0" algn="ctr"/>
            <a:endParaRPr lang="en-ID" dirty="0"/>
          </a:p>
        </p:txBody>
      </p:sp>
      <p:sp>
        <p:nvSpPr>
          <p:cNvPr id="32" name="Text Placeholder 2">
            <a:extLst>
              <a:ext uri="{FF2B5EF4-FFF2-40B4-BE49-F238E27FC236}">
                <a16:creationId xmlns:a16="http://schemas.microsoft.com/office/drawing/2014/main" id="{771122F0-EAE3-22DD-EE42-FA420C29C8D9}"/>
              </a:ext>
            </a:extLst>
          </p:cNvPr>
          <p:cNvSpPr>
            <a:spLocks noGrp="1"/>
          </p:cNvSpPr>
          <p:nvPr>
            <p:ph type="body" sz="quarter" idx="54" hasCustomPrompt="1"/>
          </p:nvPr>
        </p:nvSpPr>
        <p:spPr>
          <a:xfrm>
            <a:off x="6791763" y="5842154"/>
            <a:ext cx="2103944" cy="359995"/>
          </a:xfrm>
        </p:spPr>
        <p:txBody>
          <a:bodyPr>
            <a:noAutofit/>
          </a:bodyPr>
          <a:lstStyle>
            <a:lvl1pPr algn="ct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Designation</a:t>
            </a:r>
          </a:p>
        </p:txBody>
      </p:sp>
      <p:sp>
        <p:nvSpPr>
          <p:cNvPr id="33" name="Text Placeholder 7">
            <a:extLst>
              <a:ext uri="{FF2B5EF4-FFF2-40B4-BE49-F238E27FC236}">
                <a16:creationId xmlns:a16="http://schemas.microsoft.com/office/drawing/2014/main" id="{6B61C1CD-D576-4A1A-273A-00A48C4DD7CA}"/>
              </a:ext>
            </a:extLst>
          </p:cNvPr>
          <p:cNvSpPr>
            <a:spLocks noGrp="1"/>
          </p:cNvSpPr>
          <p:nvPr>
            <p:ph type="body" sz="quarter" idx="55" hasCustomPrompt="1"/>
          </p:nvPr>
        </p:nvSpPr>
        <p:spPr>
          <a:xfrm>
            <a:off x="6791763" y="5448576"/>
            <a:ext cx="2103944" cy="360000"/>
          </a:xfrm>
        </p:spPr>
        <p:txBody>
          <a:bodyPr anchor="b">
            <a:noAutofit/>
          </a:bodyPr>
          <a:lstStyle>
            <a:lvl1pPr algn="ctr">
              <a:lnSpc>
                <a:spcPct val="100000"/>
              </a:lnSpc>
              <a:spcBef>
                <a:spcPts val="0"/>
              </a:spcBef>
              <a:defRPr sz="1800">
                <a:solidFill>
                  <a:schemeClr val="tx2"/>
                </a:solidFill>
              </a:defRPr>
            </a:lvl1pPr>
          </a:lstStyle>
          <a:p>
            <a:pPr lvl="0"/>
            <a:r>
              <a:rPr lang="en-GB" dirty="0"/>
              <a:t>Name</a:t>
            </a:r>
          </a:p>
        </p:txBody>
      </p:sp>
      <p:sp>
        <p:nvSpPr>
          <p:cNvPr id="34" name="Picture Placeholder 26">
            <a:extLst>
              <a:ext uri="{FF2B5EF4-FFF2-40B4-BE49-F238E27FC236}">
                <a16:creationId xmlns:a16="http://schemas.microsoft.com/office/drawing/2014/main" id="{1438AF7C-C4A3-CDD4-A2FF-4BABA782DE18}"/>
              </a:ext>
            </a:extLst>
          </p:cNvPr>
          <p:cNvSpPr>
            <a:spLocks noGrp="1"/>
          </p:cNvSpPr>
          <p:nvPr>
            <p:ph type="pic" sz="quarter" idx="56"/>
          </p:nvPr>
        </p:nvSpPr>
        <p:spPr>
          <a:xfrm>
            <a:off x="7146790" y="3939232"/>
            <a:ext cx="1393891" cy="1393891"/>
          </a:xfrm>
          <a:prstGeom prst="rect">
            <a:avLst/>
          </a:prstGeom>
          <a:pattFill prst="pct5">
            <a:fgClr>
              <a:schemeClr val="accent6"/>
            </a:fgClr>
            <a:bgClr>
              <a:schemeClr val="accent4"/>
            </a:bgClr>
          </a:pattFill>
        </p:spPr>
        <p:txBody>
          <a:bodyPr vert="horz" wrap="square" lIns="91440" tIns="45720" rIns="91440" bIns="45720" rtlCol="0" anchor="t">
            <a:noAutofit/>
          </a:bodyPr>
          <a:lstStyle>
            <a:lvl1pPr>
              <a:defRPr lang="en-ID" sz="1400" dirty="0"/>
            </a:lvl1pPr>
          </a:lstStyle>
          <a:p>
            <a:pPr lvl="0" algn="ctr"/>
            <a:endParaRPr lang="en-ID" dirty="0"/>
          </a:p>
        </p:txBody>
      </p:sp>
      <p:sp>
        <p:nvSpPr>
          <p:cNvPr id="35" name="Text Placeholder 2">
            <a:extLst>
              <a:ext uri="{FF2B5EF4-FFF2-40B4-BE49-F238E27FC236}">
                <a16:creationId xmlns:a16="http://schemas.microsoft.com/office/drawing/2014/main" id="{310DD16B-DA86-5C8B-56FA-3DCD4DEE8705}"/>
              </a:ext>
            </a:extLst>
          </p:cNvPr>
          <p:cNvSpPr>
            <a:spLocks noGrp="1"/>
          </p:cNvSpPr>
          <p:nvPr>
            <p:ph type="body" sz="quarter" idx="57" hasCustomPrompt="1"/>
          </p:nvPr>
        </p:nvSpPr>
        <p:spPr>
          <a:xfrm>
            <a:off x="9500679" y="5842154"/>
            <a:ext cx="2103944" cy="359995"/>
          </a:xfrm>
        </p:spPr>
        <p:txBody>
          <a:bodyPr>
            <a:noAutofit/>
          </a:bodyPr>
          <a:lstStyle>
            <a:lvl1pPr algn="ct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Designation</a:t>
            </a:r>
          </a:p>
        </p:txBody>
      </p:sp>
      <p:sp>
        <p:nvSpPr>
          <p:cNvPr id="36" name="Text Placeholder 7">
            <a:extLst>
              <a:ext uri="{FF2B5EF4-FFF2-40B4-BE49-F238E27FC236}">
                <a16:creationId xmlns:a16="http://schemas.microsoft.com/office/drawing/2014/main" id="{278A6234-2DCF-DF26-F34B-9650DE1CBD98}"/>
              </a:ext>
            </a:extLst>
          </p:cNvPr>
          <p:cNvSpPr>
            <a:spLocks noGrp="1"/>
          </p:cNvSpPr>
          <p:nvPr>
            <p:ph type="body" sz="quarter" idx="58" hasCustomPrompt="1"/>
          </p:nvPr>
        </p:nvSpPr>
        <p:spPr>
          <a:xfrm>
            <a:off x="9500679" y="5448576"/>
            <a:ext cx="2103944" cy="360000"/>
          </a:xfrm>
        </p:spPr>
        <p:txBody>
          <a:bodyPr anchor="b">
            <a:noAutofit/>
          </a:bodyPr>
          <a:lstStyle>
            <a:lvl1pPr algn="ctr">
              <a:lnSpc>
                <a:spcPct val="100000"/>
              </a:lnSpc>
              <a:spcBef>
                <a:spcPts val="0"/>
              </a:spcBef>
              <a:defRPr sz="1800">
                <a:solidFill>
                  <a:schemeClr val="tx2"/>
                </a:solidFill>
              </a:defRPr>
            </a:lvl1pPr>
          </a:lstStyle>
          <a:p>
            <a:pPr lvl="0"/>
            <a:r>
              <a:rPr lang="en-GB" dirty="0"/>
              <a:t>Name</a:t>
            </a:r>
          </a:p>
        </p:txBody>
      </p:sp>
      <p:sp>
        <p:nvSpPr>
          <p:cNvPr id="37" name="Picture Placeholder 26">
            <a:extLst>
              <a:ext uri="{FF2B5EF4-FFF2-40B4-BE49-F238E27FC236}">
                <a16:creationId xmlns:a16="http://schemas.microsoft.com/office/drawing/2014/main" id="{62F2EB97-5C71-3464-D354-837FB49F9382}"/>
              </a:ext>
            </a:extLst>
          </p:cNvPr>
          <p:cNvSpPr>
            <a:spLocks noGrp="1"/>
          </p:cNvSpPr>
          <p:nvPr>
            <p:ph type="pic" sz="quarter" idx="59"/>
          </p:nvPr>
        </p:nvSpPr>
        <p:spPr>
          <a:xfrm>
            <a:off x="9855706" y="3939232"/>
            <a:ext cx="1393891" cy="1393891"/>
          </a:xfrm>
          <a:prstGeom prst="rect">
            <a:avLst/>
          </a:prstGeom>
          <a:pattFill prst="pct5">
            <a:fgClr>
              <a:schemeClr val="accent6"/>
            </a:fgClr>
            <a:bgClr>
              <a:schemeClr val="accent4"/>
            </a:bgClr>
          </a:pattFill>
        </p:spPr>
        <p:txBody>
          <a:bodyPr vert="horz" wrap="square" lIns="91440" tIns="45720" rIns="91440" bIns="45720" rtlCol="0" anchor="t">
            <a:noAutofit/>
          </a:bodyPr>
          <a:lstStyle>
            <a:lvl1pPr>
              <a:defRPr lang="en-ID" sz="1400" dirty="0"/>
            </a:lvl1pPr>
          </a:lstStyle>
          <a:p>
            <a:pPr lvl="0" algn="ctr"/>
            <a:endParaRPr lang="en-ID" dirty="0"/>
          </a:p>
        </p:txBody>
      </p:sp>
    </p:spTree>
    <p:extLst>
      <p:ext uri="{BB962C8B-B14F-4D97-AF65-F5344CB8AC3E}">
        <p14:creationId xmlns:p14="http://schemas.microsoft.com/office/powerpoint/2010/main" val="41933489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s S08V1">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C19E034C-1D99-06F7-97F5-2AC8D9ABDEAB}"/>
              </a:ext>
            </a:extLst>
          </p:cNvPr>
          <p:cNvSpPr>
            <a:spLocks noGrp="1"/>
          </p:cNvSpPr>
          <p:nvPr>
            <p:ph type="title"/>
          </p:nvPr>
        </p:nvSpPr>
        <p:spPr>
          <a:xfrm>
            <a:off x="587375" y="584201"/>
            <a:ext cx="11017248" cy="798639"/>
          </a:xfrm>
          <a:prstGeom prst="rect">
            <a:avLst/>
          </a:prstGeom>
        </p:spPr>
        <p:txBody>
          <a:bodyPr anchor="t">
            <a:noAutofit/>
          </a:bodyPr>
          <a:lstStyle>
            <a:lvl1pPr>
              <a:defRPr>
                <a:solidFill>
                  <a:schemeClr val="tx1"/>
                </a:solidFill>
              </a:defRPr>
            </a:lvl1pPr>
          </a:lstStyle>
          <a:p>
            <a:r>
              <a:rPr lang="en-US" dirty="0"/>
              <a:t>Click to edit Master title style</a:t>
            </a:r>
            <a:endParaRPr lang="en-ID" dirty="0"/>
          </a:p>
        </p:txBody>
      </p:sp>
      <p:sp>
        <p:nvSpPr>
          <p:cNvPr id="4" name="Content Placeholder 3">
            <a:extLst>
              <a:ext uri="{FF2B5EF4-FFF2-40B4-BE49-F238E27FC236}">
                <a16:creationId xmlns:a16="http://schemas.microsoft.com/office/drawing/2014/main" id="{773D0DAB-C69A-9322-1E2B-2C856D926B2C}"/>
              </a:ext>
            </a:extLst>
          </p:cNvPr>
          <p:cNvSpPr>
            <a:spLocks noGrp="1"/>
          </p:cNvSpPr>
          <p:nvPr>
            <p:ph sz="quarter" idx="42"/>
          </p:nvPr>
        </p:nvSpPr>
        <p:spPr>
          <a:xfrm>
            <a:off x="587375" y="1673225"/>
            <a:ext cx="11017250" cy="4235450"/>
          </a:xfrm>
        </p:spPr>
        <p:txBody>
          <a:bodyPr vert="horz" lIns="91440" tIns="45720" rIns="91440" bIns="45720" rtlCol="0">
            <a:noAutofit/>
          </a:bodyPr>
          <a:lstStyle>
            <a:lvl1pPr marL="285750" indent="-285750">
              <a:buClr>
                <a:schemeClr val="accent5"/>
              </a:buClr>
              <a:buFont typeface="Arial" panose="020B0604020202020204" pitchFamily="34" charset="0"/>
              <a:buChar char="●"/>
              <a:defRPr lang="en-US" sz="1800" b="0" smtClean="0">
                <a:solidFill>
                  <a:schemeClr val="tx1"/>
                </a:solidFill>
              </a:defRPr>
            </a:lvl1pPr>
            <a:lvl2pPr marL="628639" indent="-171450">
              <a:buClr>
                <a:schemeClr val="accent5"/>
              </a:buClr>
              <a:buFont typeface="Arial" panose="020B0604020202020204" pitchFamily="34" charset="0"/>
              <a:buChar char="●"/>
              <a:defRPr lang="en-US" sz="1200" smtClean="0">
                <a:solidFill>
                  <a:schemeClr val="tx1"/>
                </a:solidFill>
              </a:defRPr>
            </a:lvl2pPr>
            <a:lvl3pPr marL="1085827" indent="-171450">
              <a:buClr>
                <a:schemeClr val="accent5"/>
              </a:buClr>
              <a:buFont typeface="Arial" panose="020B0604020202020204" pitchFamily="34" charset="0"/>
              <a:buChar char="●"/>
              <a:defRPr lang="en-US" sz="1100" smtClean="0">
                <a:solidFill>
                  <a:schemeClr val="tx1"/>
                </a:solidFill>
              </a:defRPr>
            </a:lvl3pPr>
            <a:lvl4pPr marL="1543016" indent="-171450">
              <a:buClr>
                <a:schemeClr val="accent5"/>
              </a:buClr>
              <a:buFont typeface="Arial" panose="020B0604020202020204" pitchFamily="34" charset="0"/>
              <a:buChar char="●"/>
              <a:defRPr lang="en-US" sz="1050" smtClean="0">
                <a:solidFill>
                  <a:schemeClr val="tx1"/>
                </a:solidFill>
              </a:defRPr>
            </a:lvl4pPr>
            <a:lvl5pPr marL="2000205" indent="-171450">
              <a:buClr>
                <a:schemeClr val="accent5"/>
              </a:buClr>
              <a:buFont typeface="Arial" panose="020B0604020202020204" pitchFamily="34" charset="0"/>
              <a:buChar char="●"/>
              <a:defRPr lang="en-US" sz="1050">
                <a:solidFill>
                  <a:schemeClr val="tx1"/>
                </a:solidFill>
              </a:defRPr>
            </a:lvl5pPr>
          </a:lstStyle>
          <a:p>
            <a:pPr lvl="0">
              <a:lnSpc>
                <a:spcPct val="100000"/>
              </a:lnSpc>
              <a:spcBef>
                <a:spcPts val="0"/>
              </a:spcBef>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206470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estion S09V1">
    <p:bg>
      <p:bgPr>
        <a:solidFill>
          <a:schemeClr val="bg2">
            <a:alpha val="30000"/>
          </a:schemeClr>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AF118CC7-AD0D-E2A7-B4FE-6298056F4179}"/>
              </a:ext>
            </a:extLst>
          </p:cNvPr>
          <p:cNvSpPr/>
          <p:nvPr userDrawn="1"/>
        </p:nvSpPr>
        <p:spPr>
          <a:xfrm>
            <a:off x="0" y="584200"/>
            <a:ext cx="7000875" cy="181480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itle 1">
            <a:extLst>
              <a:ext uri="{FF2B5EF4-FFF2-40B4-BE49-F238E27FC236}">
                <a16:creationId xmlns:a16="http://schemas.microsoft.com/office/drawing/2014/main" id="{B69D37BC-681A-8776-19B2-5DB2C776E820}"/>
              </a:ext>
            </a:extLst>
          </p:cNvPr>
          <p:cNvSpPr>
            <a:spLocks noGrp="1"/>
          </p:cNvSpPr>
          <p:nvPr>
            <p:ph type="title"/>
          </p:nvPr>
        </p:nvSpPr>
        <p:spPr>
          <a:xfrm>
            <a:off x="587376" y="711206"/>
            <a:ext cx="5508624" cy="1560790"/>
          </a:xfrm>
          <a:prstGeom prst="rect">
            <a:avLst/>
          </a:prstGeom>
        </p:spPr>
        <p:txBody>
          <a:bodyPr anchor="ctr">
            <a:noAutofit/>
          </a:bodyPr>
          <a:lstStyle>
            <a:lvl1pPr algn="l">
              <a:defRPr>
                <a:solidFill>
                  <a:schemeClr val="tx1"/>
                </a:solidFill>
              </a:defRPr>
            </a:lvl1pPr>
          </a:lstStyle>
          <a:p>
            <a:r>
              <a:rPr lang="en-US" dirty="0"/>
              <a:t>Click to edit Master title style</a:t>
            </a:r>
            <a:endParaRPr lang="en-ID" dirty="0"/>
          </a:p>
        </p:txBody>
      </p:sp>
      <p:sp>
        <p:nvSpPr>
          <p:cNvPr id="3" name="Text Placeholder 2">
            <a:extLst>
              <a:ext uri="{FF2B5EF4-FFF2-40B4-BE49-F238E27FC236}">
                <a16:creationId xmlns:a16="http://schemas.microsoft.com/office/drawing/2014/main" id="{E7ADAB64-83D7-5C4F-4E44-41B9A5727B9D}"/>
              </a:ext>
            </a:extLst>
          </p:cNvPr>
          <p:cNvSpPr>
            <a:spLocks noGrp="1"/>
          </p:cNvSpPr>
          <p:nvPr>
            <p:ph type="body" sz="quarter" idx="15"/>
          </p:nvPr>
        </p:nvSpPr>
        <p:spPr>
          <a:xfrm>
            <a:off x="587377" y="3273874"/>
            <a:ext cx="9577385" cy="2536374"/>
          </a:xfrm>
        </p:spPr>
        <p:txBody>
          <a:bodyPr>
            <a:noAutofit/>
          </a:bodyPr>
          <a:lstStyle>
            <a:lvl1pP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4" name="Text Placeholder 7">
            <a:extLst>
              <a:ext uri="{FF2B5EF4-FFF2-40B4-BE49-F238E27FC236}">
                <a16:creationId xmlns:a16="http://schemas.microsoft.com/office/drawing/2014/main" id="{DDF0A624-AFED-9B67-FCD3-394741606980}"/>
              </a:ext>
            </a:extLst>
          </p:cNvPr>
          <p:cNvSpPr>
            <a:spLocks noGrp="1"/>
          </p:cNvSpPr>
          <p:nvPr>
            <p:ph type="body" sz="quarter" idx="16"/>
          </p:nvPr>
        </p:nvSpPr>
        <p:spPr>
          <a:xfrm>
            <a:off x="587377" y="2880296"/>
            <a:ext cx="9577385" cy="360000"/>
          </a:xfrm>
        </p:spPr>
        <p:txBody>
          <a:bodyPr anchor="b">
            <a:noAutofit/>
          </a:bodyPr>
          <a:lstStyle>
            <a:lvl1pPr>
              <a:lnSpc>
                <a:spcPct val="100000"/>
              </a:lnSpc>
              <a:spcBef>
                <a:spcPts val="0"/>
              </a:spcBef>
              <a:defRPr sz="1800">
                <a:solidFill>
                  <a:schemeClr val="tx2"/>
                </a:solidFill>
              </a:defRPr>
            </a:lvl1pPr>
          </a:lstStyle>
          <a:p>
            <a:pPr lvl="0"/>
            <a:r>
              <a:rPr lang="en-GB" dirty="0"/>
              <a:t>Click to edit Master text styles</a:t>
            </a:r>
          </a:p>
        </p:txBody>
      </p:sp>
    </p:spTree>
    <p:extLst>
      <p:ext uri="{BB962C8B-B14F-4D97-AF65-F5344CB8AC3E}">
        <p14:creationId xmlns:p14="http://schemas.microsoft.com/office/powerpoint/2010/main" val="33893909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 Text Box T20V1">
    <p:bg>
      <p:bgPr>
        <a:solidFill>
          <a:schemeClr val="bg2">
            <a:alpha val="30000"/>
          </a:schemeClr>
        </a:solidFill>
        <a:effectLst/>
      </p:bgPr>
    </p:bg>
    <p:spTree>
      <p:nvGrpSpPr>
        <p:cNvPr id="1" name=""/>
        <p:cNvGrpSpPr/>
        <p:nvPr/>
      </p:nvGrpSpPr>
      <p:grpSpPr>
        <a:xfrm>
          <a:off x="0" y="0"/>
          <a:ext cx="0" cy="0"/>
          <a:chOff x="0" y="0"/>
          <a:chExt cx="0" cy="0"/>
        </a:xfrm>
      </p:grpSpPr>
      <p:sp>
        <p:nvSpPr>
          <p:cNvPr id="3" name="Picture Placeholder 26">
            <a:extLst>
              <a:ext uri="{FF2B5EF4-FFF2-40B4-BE49-F238E27FC236}">
                <a16:creationId xmlns:a16="http://schemas.microsoft.com/office/drawing/2014/main" id="{543F9D1C-E1AD-8672-EB76-F821F113BA95}"/>
              </a:ext>
            </a:extLst>
          </p:cNvPr>
          <p:cNvSpPr>
            <a:spLocks noGrp="1"/>
          </p:cNvSpPr>
          <p:nvPr>
            <p:ph type="pic" sz="quarter" idx="13"/>
          </p:nvPr>
        </p:nvSpPr>
        <p:spPr>
          <a:xfrm>
            <a:off x="587377" y="0"/>
            <a:ext cx="4603748" cy="5810247"/>
          </a:xfrm>
          <a:prstGeom prst="rect">
            <a:avLst/>
          </a:prstGeom>
          <a:pattFill prst="pct5">
            <a:fgClr>
              <a:schemeClr val="accent6"/>
            </a:fgClr>
            <a:bgClr>
              <a:schemeClr val="accent4"/>
            </a:bgClr>
          </a:pattFill>
        </p:spPr>
        <p:txBody>
          <a:bodyPr vert="horz" wrap="square" lIns="91440" tIns="45720" rIns="91440" bIns="45720" rtlCol="0" anchor="t">
            <a:noAutofit/>
          </a:bodyPr>
          <a:lstStyle>
            <a:lvl1pPr>
              <a:defRPr lang="en-ID" sz="1400" dirty="0"/>
            </a:lvl1pPr>
          </a:lstStyle>
          <a:p>
            <a:pPr lvl="0" algn="ctr"/>
            <a:endParaRPr lang="en-ID" dirty="0"/>
          </a:p>
        </p:txBody>
      </p:sp>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C19E034C-1D99-06F7-97F5-2AC8D9ABDEAB}"/>
              </a:ext>
            </a:extLst>
          </p:cNvPr>
          <p:cNvSpPr>
            <a:spLocks noGrp="1"/>
          </p:cNvSpPr>
          <p:nvPr>
            <p:ph type="title"/>
          </p:nvPr>
        </p:nvSpPr>
        <p:spPr>
          <a:xfrm>
            <a:off x="6095999" y="584200"/>
            <a:ext cx="5508623" cy="1814807"/>
          </a:xfrm>
          <a:prstGeom prst="rect">
            <a:avLst/>
          </a:prstGeom>
        </p:spPr>
        <p:txBody>
          <a:bodyPr anchor="b">
            <a:noAutofit/>
          </a:bodyPr>
          <a:lstStyle>
            <a:lvl1pPr>
              <a:defRPr>
                <a:solidFill>
                  <a:schemeClr val="tx2"/>
                </a:solidFill>
              </a:defRPr>
            </a:lvl1pPr>
          </a:lstStyle>
          <a:p>
            <a:r>
              <a:rPr lang="en-US" dirty="0"/>
              <a:t>Click to edit Master title style</a:t>
            </a:r>
            <a:endParaRPr lang="en-ID" dirty="0"/>
          </a:p>
        </p:txBody>
      </p:sp>
      <p:sp>
        <p:nvSpPr>
          <p:cNvPr id="10" name="Text Placeholder 2">
            <a:extLst>
              <a:ext uri="{FF2B5EF4-FFF2-40B4-BE49-F238E27FC236}">
                <a16:creationId xmlns:a16="http://schemas.microsoft.com/office/drawing/2014/main" id="{587112E7-D99B-8306-2F89-298B66A1FBAB}"/>
              </a:ext>
            </a:extLst>
          </p:cNvPr>
          <p:cNvSpPr>
            <a:spLocks noGrp="1"/>
          </p:cNvSpPr>
          <p:nvPr>
            <p:ph type="body" sz="quarter" idx="15"/>
          </p:nvPr>
        </p:nvSpPr>
        <p:spPr>
          <a:xfrm>
            <a:off x="6095999" y="3273874"/>
            <a:ext cx="5508622" cy="2536374"/>
          </a:xfrm>
        </p:spPr>
        <p:txBody>
          <a:bodyPr>
            <a:noAutofit/>
          </a:bodyPr>
          <a:lstStyle>
            <a:lvl1pP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2" name="Text Placeholder 7">
            <a:extLst>
              <a:ext uri="{FF2B5EF4-FFF2-40B4-BE49-F238E27FC236}">
                <a16:creationId xmlns:a16="http://schemas.microsoft.com/office/drawing/2014/main" id="{73DE5B6F-6582-3BB5-FD64-58F4F2D8A9CB}"/>
              </a:ext>
            </a:extLst>
          </p:cNvPr>
          <p:cNvSpPr>
            <a:spLocks noGrp="1"/>
          </p:cNvSpPr>
          <p:nvPr>
            <p:ph type="body" sz="quarter" idx="16"/>
          </p:nvPr>
        </p:nvSpPr>
        <p:spPr>
          <a:xfrm>
            <a:off x="6095999" y="2880296"/>
            <a:ext cx="5508622" cy="360000"/>
          </a:xfrm>
        </p:spPr>
        <p:txBody>
          <a:bodyPr anchor="b">
            <a:noAutofit/>
          </a:bodyPr>
          <a:lstStyle>
            <a:lvl1pPr>
              <a:lnSpc>
                <a:spcPct val="100000"/>
              </a:lnSpc>
              <a:spcBef>
                <a:spcPts val="0"/>
              </a:spcBef>
              <a:defRPr sz="1800">
                <a:solidFill>
                  <a:schemeClr val="tx2"/>
                </a:solidFill>
              </a:defRPr>
            </a:lvl1pPr>
          </a:lstStyle>
          <a:p>
            <a:pPr lvl="0"/>
            <a:r>
              <a:rPr lang="en-GB" dirty="0"/>
              <a:t>Click to edit Master text styles</a:t>
            </a:r>
          </a:p>
        </p:txBody>
      </p:sp>
    </p:spTree>
    <p:extLst>
      <p:ext uri="{BB962C8B-B14F-4D97-AF65-F5344CB8AC3E}">
        <p14:creationId xmlns:p14="http://schemas.microsoft.com/office/powerpoint/2010/main" val="4684233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 Text Box T20V2">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C19E034C-1D99-06F7-97F5-2AC8D9ABDEAB}"/>
              </a:ext>
            </a:extLst>
          </p:cNvPr>
          <p:cNvSpPr>
            <a:spLocks noGrp="1"/>
          </p:cNvSpPr>
          <p:nvPr>
            <p:ph type="title"/>
          </p:nvPr>
        </p:nvSpPr>
        <p:spPr>
          <a:xfrm>
            <a:off x="587376" y="584200"/>
            <a:ext cx="5508624" cy="1814807"/>
          </a:xfrm>
          <a:prstGeom prst="rect">
            <a:avLst/>
          </a:prstGeom>
        </p:spPr>
        <p:txBody>
          <a:bodyPr vert="horz" lIns="91440" tIns="45720" rIns="91440" bIns="45720" rtlCol="0" anchor="b">
            <a:noAutofit/>
          </a:bodyPr>
          <a:lstStyle>
            <a:lvl1pPr>
              <a:defRPr lang="en-ID" dirty="0">
                <a:solidFill>
                  <a:schemeClr val="tx1"/>
                </a:solidFill>
              </a:defRPr>
            </a:lvl1pPr>
          </a:lstStyle>
          <a:p>
            <a:pPr lvl="0"/>
            <a:r>
              <a:rPr lang="en-US" dirty="0"/>
              <a:t>Click to edit Master title style</a:t>
            </a:r>
            <a:endParaRPr lang="en-ID" dirty="0"/>
          </a:p>
        </p:txBody>
      </p:sp>
      <p:sp>
        <p:nvSpPr>
          <p:cNvPr id="10" name="Text Placeholder 2">
            <a:extLst>
              <a:ext uri="{FF2B5EF4-FFF2-40B4-BE49-F238E27FC236}">
                <a16:creationId xmlns:a16="http://schemas.microsoft.com/office/drawing/2014/main" id="{587112E7-D99B-8306-2F89-298B66A1FBAB}"/>
              </a:ext>
            </a:extLst>
          </p:cNvPr>
          <p:cNvSpPr>
            <a:spLocks noGrp="1"/>
          </p:cNvSpPr>
          <p:nvPr>
            <p:ph type="body" sz="quarter" idx="15"/>
          </p:nvPr>
        </p:nvSpPr>
        <p:spPr>
          <a:xfrm>
            <a:off x="587375" y="3273874"/>
            <a:ext cx="5508623" cy="2536374"/>
          </a:xfrm>
        </p:spPr>
        <p:txBody>
          <a:bodyPr>
            <a:noAutofit/>
          </a:bodyPr>
          <a:lstStyle>
            <a:lvl1pPr>
              <a:lnSpc>
                <a:spcPct val="100000"/>
              </a:lnSpc>
              <a:spcBef>
                <a:spcPts val="0"/>
              </a:spcBef>
              <a:defRPr sz="16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2" name="Text Placeholder 7">
            <a:extLst>
              <a:ext uri="{FF2B5EF4-FFF2-40B4-BE49-F238E27FC236}">
                <a16:creationId xmlns:a16="http://schemas.microsoft.com/office/drawing/2014/main" id="{73DE5B6F-6582-3BB5-FD64-58F4F2D8A9CB}"/>
              </a:ext>
            </a:extLst>
          </p:cNvPr>
          <p:cNvSpPr>
            <a:spLocks noGrp="1"/>
          </p:cNvSpPr>
          <p:nvPr>
            <p:ph type="body" sz="quarter" idx="16"/>
          </p:nvPr>
        </p:nvSpPr>
        <p:spPr>
          <a:xfrm>
            <a:off x="587375" y="2880296"/>
            <a:ext cx="5508623" cy="360000"/>
          </a:xfrm>
        </p:spPr>
        <p:txBody>
          <a:bodyPr anchor="b">
            <a:noAutofit/>
          </a:bodyPr>
          <a:lstStyle>
            <a:lvl1pPr>
              <a:lnSpc>
                <a:spcPct val="100000"/>
              </a:lnSpc>
              <a:spcBef>
                <a:spcPts val="0"/>
              </a:spcBef>
              <a:defRPr sz="1800">
                <a:solidFill>
                  <a:schemeClr val="tx1"/>
                </a:solidFill>
              </a:defRPr>
            </a:lvl1pPr>
          </a:lstStyle>
          <a:p>
            <a:pPr lvl="0"/>
            <a:r>
              <a:rPr lang="en-GB" dirty="0"/>
              <a:t>Click to edit Master text styles</a:t>
            </a:r>
          </a:p>
        </p:txBody>
      </p:sp>
      <p:sp>
        <p:nvSpPr>
          <p:cNvPr id="2" name="Picture Placeholder 26">
            <a:extLst>
              <a:ext uri="{FF2B5EF4-FFF2-40B4-BE49-F238E27FC236}">
                <a16:creationId xmlns:a16="http://schemas.microsoft.com/office/drawing/2014/main" id="{543F9D1C-E1AD-8672-EB76-F821F113BA95}"/>
              </a:ext>
            </a:extLst>
          </p:cNvPr>
          <p:cNvSpPr>
            <a:spLocks noGrp="1"/>
          </p:cNvSpPr>
          <p:nvPr>
            <p:ph type="pic" sz="quarter" idx="13"/>
          </p:nvPr>
        </p:nvSpPr>
        <p:spPr>
          <a:xfrm>
            <a:off x="7000877" y="0"/>
            <a:ext cx="4603748" cy="5810247"/>
          </a:xfrm>
          <a:prstGeom prst="rect">
            <a:avLst/>
          </a:prstGeom>
          <a:pattFill prst="pct5">
            <a:fgClr>
              <a:schemeClr val="accent6"/>
            </a:fgClr>
            <a:bgClr>
              <a:schemeClr val="accent4"/>
            </a:bgClr>
          </a:pattFill>
        </p:spPr>
        <p:txBody>
          <a:bodyPr vert="horz" wrap="square" lIns="91440" tIns="45720" rIns="91440" bIns="45720" rtlCol="0" anchor="t">
            <a:noAutofit/>
          </a:bodyPr>
          <a:lstStyle>
            <a:lvl1pPr>
              <a:defRPr lang="en-ID" sz="1400" dirty="0"/>
            </a:lvl1pPr>
          </a:lstStyle>
          <a:p>
            <a:pPr lvl="0" algn="ctr"/>
            <a:endParaRPr lang="en-ID" dirty="0"/>
          </a:p>
        </p:txBody>
      </p:sp>
    </p:spTree>
    <p:extLst>
      <p:ext uri="{BB962C8B-B14F-4D97-AF65-F5344CB8AC3E}">
        <p14:creationId xmlns:p14="http://schemas.microsoft.com/office/powerpoint/2010/main" val="34504674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 Text Boxes T21V1">
    <p:bg>
      <p:bgPr>
        <a:solidFill>
          <a:schemeClr val="bg2">
            <a:alpha val="30000"/>
          </a:schemeClr>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F7B7E32-5AB6-1DCD-4485-34DB48A11438}"/>
              </a:ext>
            </a:extLst>
          </p:cNvPr>
          <p:cNvSpPr>
            <a:spLocks noGrp="1"/>
          </p:cNvSpPr>
          <p:nvPr>
            <p:ph type="title"/>
          </p:nvPr>
        </p:nvSpPr>
        <p:spPr>
          <a:xfrm>
            <a:off x="587375" y="584201"/>
            <a:ext cx="11017248" cy="798639"/>
          </a:xfrm>
          <a:prstGeom prst="rect">
            <a:avLst/>
          </a:prstGeom>
        </p:spPr>
        <p:txBody>
          <a:bodyPr anchor="t">
            <a:noAutofit/>
          </a:bodyPr>
          <a:lstStyle>
            <a:lvl1pPr>
              <a:defRPr>
                <a:solidFill>
                  <a:schemeClr val="tx2"/>
                </a:solidFill>
              </a:defRPr>
            </a:lvl1pPr>
          </a:lstStyle>
          <a:p>
            <a:r>
              <a:rPr lang="en-US" dirty="0"/>
              <a:t>Click to edit Master title style</a:t>
            </a:r>
            <a:endParaRPr lang="en-ID" dirty="0"/>
          </a:p>
        </p:txBody>
      </p:sp>
      <p:sp>
        <p:nvSpPr>
          <p:cNvPr id="4" name="Text Placeholder 2">
            <a:extLst>
              <a:ext uri="{FF2B5EF4-FFF2-40B4-BE49-F238E27FC236}">
                <a16:creationId xmlns:a16="http://schemas.microsoft.com/office/drawing/2014/main" id="{613682AA-42F7-2983-8EAD-2F0777378C25}"/>
              </a:ext>
            </a:extLst>
          </p:cNvPr>
          <p:cNvSpPr>
            <a:spLocks noGrp="1"/>
          </p:cNvSpPr>
          <p:nvPr>
            <p:ph type="body" sz="quarter" idx="15"/>
          </p:nvPr>
        </p:nvSpPr>
        <p:spPr>
          <a:xfrm>
            <a:off x="8112125" y="2388845"/>
            <a:ext cx="3492500" cy="3509105"/>
          </a:xfrm>
        </p:spPr>
        <p:txBody>
          <a:bodyPr>
            <a:noAutofit/>
          </a:bodyPr>
          <a:lstStyle>
            <a:lvl1pP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8" name="Text Placeholder 7">
            <a:extLst>
              <a:ext uri="{FF2B5EF4-FFF2-40B4-BE49-F238E27FC236}">
                <a16:creationId xmlns:a16="http://schemas.microsoft.com/office/drawing/2014/main" id="{EF262105-7E59-422C-EF94-28CEA7AAE23E}"/>
              </a:ext>
            </a:extLst>
          </p:cNvPr>
          <p:cNvSpPr>
            <a:spLocks noGrp="1"/>
          </p:cNvSpPr>
          <p:nvPr>
            <p:ph type="body" sz="quarter" idx="16"/>
          </p:nvPr>
        </p:nvSpPr>
        <p:spPr>
          <a:xfrm>
            <a:off x="8112125" y="1678983"/>
            <a:ext cx="3492500" cy="676285"/>
          </a:xfrm>
        </p:spPr>
        <p:txBody>
          <a:bodyPr anchor="b">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9" name="Picture Placeholder 26">
            <a:extLst>
              <a:ext uri="{FF2B5EF4-FFF2-40B4-BE49-F238E27FC236}">
                <a16:creationId xmlns:a16="http://schemas.microsoft.com/office/drawing/2014/main" id="{E75BB433-74C9-80B2-7B18-F61B4CDC00FF}"/>
              </a:ext>
            </a:extLst>
          </p:cNvPr>
          <p:cNvSpPr>
            <a:spLocks noGrp="1"/>
          </p:cNvSpPr>
          <p:nvPr>
            <p:ph type="pic" sz="quarter" idx="13"/>
          </p:nvPr>
        </p:nvSpPr>
        <p:spPr>
          <a:xfrm>
            <a:off x="0" y="3618709"/>
            <a:ext cx="7105649" cy="2279245"/>
          </a:xfrm>
          <a:prstGeom prst="rect">
            <a:avLst/>
          </a:prstGeom>
          <a:pattFill prst="pct5">
            <a:fgClr>
              <a:schemeClr val="accent6"/>
            </a:fgClr>
            <a:bgClr>
              <a:schemeClr val="accent4"/>
            </a:bgClr>
          </a:pattFill>
        </p:spPr>
        <p:txBody>
          <a:bodyPr vert="horz" wrap="square" lIns="91440" tIns="45720" rIns="91440" bIns="45720" rtlCol="0" anchor="t">
            <a:noAutofit/>
          </a:bodyPr>
          <a:lstStyle>
            <a:lvl1pPr>
              <a:defRPr lang="en-ID" sz="1400" dirty="0"/>
            </a:lvl1pPr>
          </a:lstStyle>
          <a:p>
            <a:pPr lvl="0" algn="ctr"/>
            <a:endParaRPr lang="en-ID" dirty="0"/>
          </a:p>
        </p:txBody>
      </p:sp>
      <p:sp>
        <p:nvSpPr>
          <p:cNvPr id="11" name="Text Placeholder 2">
            <a:extLst>
              <a:ext uri="{FF2B5EF4-FFF2-40B4-BE49-F238E27FC236}">
                <a16:creationId xmlns:a16="http://schemas.microsoft.com/office/drawing/2014/main" id="{DBC0F091-80A4-963B-826B-F8094B7EBFE4}"/>
              </a:ext>
            </a:extLst>
          </p:cNvPr>
          <p:cNvSpPr>
            <a:spLocks noGrp="1"/>
          </p:cNvSpPr>
          <p:nvPr>
            <p:ph type="body" sz="quarter" idx="42"/>
          </p:nvPr>
        </p:nvSpPr>
        <p:spPr>
          <a:xfrm>
            <a:off x="603252" y="2388845"/>
            <a:ext cx="6518274" cy="1036581"/>
          </a:xfrm>
        </p:spPr>
        <p:txBody>
          <a:bodyPr>
            <a:noAutofit/>
          </a:bodyPr>
          <a:lstStyle>
            <a:lvl1pP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3" name="Text Placeholder 7">
            <a:extLst>
              <a:ext uri="{FF2B5EF4-FFF2-40B4-BE49-F238E27FC236}">
                <a16:creationId xmlns:a16="http://schemas.microsoft.com/office/drawing/2014/main" id="{D6261884-CC88-5CA0-6802-655360C1F0AA}"/>
              </a:ext>
            </a:extLst>
          </p:cNvPr>
          <p:cNvSpPr>
            <a:spLocks noGrp="1"/>
          </p:cNvSpPr>
          <p:nvPr>
            <p:ph type="body" sz="quarter" idx="43"/>
          </p:nvPr>
        </p:nvSpPr>
        <p:spPr>
          <a:xfrm>
            <a:off x="603252" y="1678983"/>
            <a:ext cx="6518274" cy="676285"/>
          </a:xfrm>
        </p:spPr>
        <p:txBody>
          <a:bodyPr anchor="b">
            <a:noAutofit/>
          </a:bodyPr>
          <a:lstStyle>
            <a:lvl1pPr>
              <a:lnSpc>
                <a:spcPct val="100000"/>
              </a:lnSpc>
              <a:spcBef>
                <a:spcPts val="0"/>
              </a:spcBef>
              <a:defRPr sz="1800">
                <a:solidFill>
                  <a:schemeClr val="tx2"/>
                </a:solidFill>
              </a:defRPr>
            </a:lvl1pPr>
          </a:lstStyle>
          <a:p>
            <a:pPr lvl="0"/>
            <a:r>
              <a:rPr lang="en-GB" dirty="0"/>
              <a:t>Click to edit Master text styles</a:t>
            </a:r>
          </a:p>
        </p:txBody>
      </p:sp>
    </p:spTree>
    <p:extLst>
      <p:ext uri="{BB962C8B-B14F-4D97-AF65-F5344CB8AC3E}">
        <p14:creationId xmlns:p14="http://schemas.microsoft.com/office/powerpoint/2010/main" val="14399519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 Text Boxes T21V2">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C19E034C-1D99-06F7-97F5-2AC8D9ABDEAB}"/>
              </a:ext>
            </a:extLst>
          </p:cNvPr>
          <p:cNvSpPr>
            <a:spLocks noGrp="1"/>
          </p:cNvSpPr>
          <p:nvPr>
            <p:ph type="title"/>
          </p:nvPr>
        </p:nvSpPr>
        <p:spPr>
          <a:xfrm>
            <a:off x="587375" y="584201"/>
            <a:ext cx="11017248" cy="798639"/>
          </a:xfrm>
          <a:prstGeom prst="rect">
            <a:avLst/>
          </a:prstGeom>
        </p:spPr>
        <p:txBody>
          <a:bodyPr anchor="t">
            <a:noAutofit/>
          </a:bodyPr>
          <a:lstStyle>
            <a:lvl1pPr>
              <a:defRPr>
                <a:solidFill>
                  <a:schemeClr val="tx1"/>
                </a:solidFill>
              </a:defRPr>
            </a:lvl1pPr>
          </a:lstStyle>
          <a:p>
            <a:r>
              <a:rPr lang="en-US" dirty="0"/>
              <a:t>Click to edit Master title style</a:t>
            </a:r>
            <a:endParaRPr lang="en-ID" dirty="0"/>
          </a:p>
        </p:txBody>
      </p:sp>
      <p:sp>
        <p:nvSpPr>
          <p:cNvPr id="10" name="Text Placeholder 2">
            <a:extLst>
              <a:ext uri="{FF2B5EF4-FFF2-40B4-BE49-F238E27FC236}">
                <a16:creationId xmlns:a16="http://schemas.microsoft.com/office/drawing/2014/main" id="{587112E7-D99B-8306-2F89-298B66A1FBAB}"/>
              </a:ext>
            </a:extLst>
          </p:cNvPr>
          <p:cNvSpPr>
            <a:spLocks noGrp="1"/>
          </p:cNvSpPr>
          <p:nvPr>
            <p:ph type="body" sz="quarter" idx="15"/>
          </p:nvPr>
        </p:nvSpPr>
        <p:spPr>
          <a:xfrm>
            <a:off x="587376" y="2388845"/>
            <a:ext cx="3492500" cy="3509105"/>
          </a:xfrm>
        </p:spPr>
        <p:txBody>
          <a:bodyPr>
            <a:noAutofit/>
          </a:bodyPr>
          <a:lstStyle>
            <a:lvl1pPr>
              <a:lnSpc>
                <a:spcPct val="100000"/>
              </a:lnSpc>
              <a:spcBef>
                <a:spcPts val="0"/>
              </a:spcBef>
              <a:defRPr sz="16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2" name="Text Placeholder 7">
            <a:extLst>
              <a:ext uri="{FF2B5EF4-FFF2-40B4-BE49-F238E27FC236}">
                <a16:creationId xmlns:a16="http://schemas.microsoft.com/office/drawing/2014/main" id="{73DE5B6F-6582-3BB5-FD64-58F4F2D8A9CB}"/>
              </a:ext>
            </a:extLst>
          </p:cNvPr>
          <p:cNvSpPr>
            <a:spLocks noGrp="1"/>
          </p:cNvSpPr>
          <p:nvPr>
            <p:ph type="body" sz="quarter" idx="16"/>
          </p:nvPr>
        </p:nvSpPr>
        <p:spPr>
          <a:xfrm>
            <a:off x="587376" y="1678983"/>
            <a:ext cx="3492500" cy="676285"/>
          </a:xfrm>
        </p:spPr>
        <p:txBody>
          <a:bodyPr anchor="b">
            <a:noAutofit/>
          </a:bodyPr>
          <a:lstStyle>
            <a:lvl1pPr>
              <a:lnSpc>
                <a:spcPct val="100000"/>
              </a:lnSpc>
              <a:spcBef>
                <a:spcPts val="0"/>
              </a:spcBef>
              <a:defRPr sz="1800">
                <a:solidFill>
                  <a:schemeClr val="tx1"/>
                </a:solidFill>
              </a:defRPr>
            </a:lvl1pPr>
          </a:lstStyle>
          <a:p>
            <a:pPr lvl="0"/>
            <a:r>
              <a:rPr lang="en-GB" dirty="0"/>
              <a:t>Click to edit Master text styles</a:t>
            </a:r>
          </a:p>
        </p:txBody>
      </p:sp>
      <p:sp>
        <p:nvSpPr>
          <p:cNvPr id="2" name="Picture Placeholder 26">
            <a:extLst>
              <a:ext uri="{FF2B5EF4-FFF2-40B4-BE49-F238E27FC236}">
                <a16:creationId xmlns:a16="http://schemas.microsoft.com/office/drawing/2014/main" id="{543F9D1C-E1AD-8672-EB76-F821F113BA95}"/>
              </a:ext>
            </a:extLst>
          </p:cNvPr>
          <p:cNvSpPr>
            <a:spLocks noGrp="1"/>
          </p:cNvSpPr>
          <p:nvPr>
            <p:ph type="pic" sz="quarter" idx="13"/>
          </p:nvPr>
        </p:nvSpPr>
        <p:spPr>
          <a:xfrm>
            <a:off x="5086349" y="3618709"/>
            <a:ext cx="7105649" cy="2279245"/>
          </a:xfrm>
          <a:prstGeom prst="rect">
            <a:avLst/>
          </a:prstGeom>
          <a:pattFill prst="pct5">
            <a:fgClr>
              <a:schemeClr val="accent6"/>
            </a:fgClr>
            <a:bgClr>
              <a:schemeClr val="accent4"/>
            </a:bgClr>
          </a:pattFill>
        </p:spPr>
        <p:txBody>
          <a:bodyPr vert="horz" wrap="square" lIns="91440" tIns="45720" rIns="91440" bIns="45720" rtlCol="0" anchor="t">
            <a:noAutofit/>
          </a:bodyPr>
          <a:lstStyle>
            <a:lvl1pPr>
              <a:defRPr lang="en-ID" sz="1400" dirty="0"/>
            </a:lvl1pPr>
          </a:lstStyle>
          <a:p>
            <a:pPr lvl="0" algn="ctr"/>
            <a:endParaRPr lang="en-ID" dirty="0"/>
          </a:p>
        </p:txBody>
      </p:sp>
      <p:sp>
        <p:nvSpPr>
          <p:cNvPr id="13" name="Text Placeholder 2">
            <a:extLst>
              <a:ext uri="{FF2B5EF4-FFF2-40B4-BE49-F238E27FC236}">
                <a16:creationId xmlns:a16="http://schemas.microsoft.com/office/drawing/2014/main" id="{36A296F5-B603-FA73-73FE-A503AD477A81}"/>
              </a:ext>
            </a:extLst>
          </p:cNvPr>
          <p:cNvSpPr>
            <a:spLocks noGrp="1"/>
          </p:cNvSpPr>
          <p:nvPr>
            <p:ph type="body" sz="quarter" idx="42"/>
          </p:nvPr>
        </p:nvSpPr>
        <p:spPr>
          <a:xfrm>
            <a:off x="5086349" y="2388845"/>
            <a:ext cx="6518274" cy="1036581"/>
          </a:xfrm>
        </p:spPr>
        <p:txBody>
          <a:bodyPr>
            <a:noAutofit/>
          </a:bodyPr>
          <a:lstStyle>
            <a:lvl1pPr>
              <a:lnSpc>
                <a:spcPct val="100000"/>
              </a:lnSpc>
              <a:spcBef>
                <a:spcPts val="0"/>
              </a:spcBef>
              <a:defRPr sz="16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4" name="Text Placeholder 7">
            <a:extLst>
              <a:ext uri="{FF2B5EF4-FFF2-40B4-BE49-F238E27FC236}">
                <a16:creationId xmlns:a16="http://schemas.microsoft.com/office/drawing/2014/main" id="{72863943-AD97-E692-119C-AB1DE8016EBA}"/>
              </a:ext>
            </a:extLst>
          </p:cNvPr>
          <p:cNvSpPr>
            <a:spLocks noGrp="1"/>
          </p:cNvSpPr>
          <p:nvPr>
            <p:ph type="body" sz="quarter" idx="43"/>
          </p:nvPr>
        </p:nvSpPr>
        <p:spPr>
          <a:xfrm>
            <a:off x="5086349" y="1678983"/>
            <a:ext cx="6518274" cy="676285"/>
          </a:xfrm>
        </p:spPr>
        <p:txBody>
          <a:bodyPr anchor="b">
            <a:noAutofit/>
          </a:bodyPr>
          <a:lstStyle>
            <a:lvl1pPr>
              <a:lnSpc>
                <a:spcPct val="100000"/>
              </a:lnSpc>
              <a:spcBef>
                <a:spcPts val="0"/>
              </a:spcBef>
              <a:defRPr sz="1800">
                <a:solidFill>
                  <a:schemeClr val="tx1"/>
                </a:solidFill>
              </a:defRPr>
            </a:lvl1pPr>
          </a:lstStyle>
          <a:p>
            <a:pPr lvl="0"/>
            <a:r>
              <a:rPr lang="en-GB" dirty="0"/>
              <a:t>Click to edit Master text styles</a:t>
            </a:r>
          </a:p>
        </p:txBody>
      </p:sp>
    </p:spTree>
    <p:extLst>
      <p:ext uri="{BB962C8B-B14F-4D97-AF65-F5344CB8AC3E}">
        <p14:creationId xmlns:p14="http://schemas.microsoft.com/office/powerpoint/2010/main" val="10807188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 Text Boxes T21V3">
    <p:bg>
      <p:bgPr>
        <a:solidFill>
          <a:schemeClr val="bg2">
            <a:alpha val="30000"/>
          </a:schemeClr>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C19E034C-1D99-06F7-97F5-2AC8D9ABDEAB}"/>
              </a:ext>
            </a:extLst>
          </p:cNvPr>
          <p:cNvSpPr>
            <a:spLocks noGrp="1"/>
          </p:cNvSpPr>
          <p:nvPr>
            <p:ph type="title"/>
          </p:nvPr>
        </p:nvSpPr>
        <p:spPr>
          <a:xfrm>
            <a:off x="587376" y="584201"/>
            <a:ext cx="5508624" cy="1387474"/>
          </a:xfrm>
          <a:prstGeom prst="rect">
            <a:avLst/>
          </a:prstGeom>
        </p:spPr>
        <p:txBody>
          <a:bodyPr anchor="b">
            <a:noAutofit/>
          </a:bodyPr>
          <a:lstStyle>
            <a:lvl1pPr>
              <a:defRPr>
                <a:solidFill>
                  <a:schemeClr val="tx2"/>
                </a:solidFill>
              </a:defRPr>
            </a:lvl1pPr>
          </a:lstStyle>
          <a:p>
            <a:r>
              <a:rPr lang="en-US" dirty="0"/>
              <a:t>Click to edit Master title style</a:t>
            </a:r>
            <a:endParaRPr lang="en-ID" dirty="0"/>
          </a:p>
        </p:txBody>
      </p:sp>
      <p:sp>
        <p:nvSpPr>
          <p:cNvPr id="10" name="Text Placeholder 2">
            <a:extLst>
              <a:ext uri="{FF2B5EF4-FFF2-40B4-BE49-F238E27FC236}">
                <a16:creationId xmlns:a16="http://schemas.microsoft.com/office/drawing/2014/main" id="{587112E7-D99B-8306-2F89-298B66A1FBAB}"/>
              </a:ext>
            </a:extLst>
          </p:cNvPr>
          <p:cNvSpPr>
            <a:spLocks noGrp="1"/>
          </p:cNvSpPr>
          <p:nvPr>
            <p:ph type="body" sz="quarter" idx="15"/>
          </p:nvPr>
        </p:nvSpPr>
        <p:spPr>
          <a:xfrm>
            <a:off x="587376" y="2983362"/>
            <a:ext cx="2637790" cy="2925313"/>
          </a:xfrm>
        </p:spPr>
        <p:txBody>
          <a:bodyPr>
            <a:noAutofit/>
          </a:bodyPr>
          <a:lstStyle>
            <a:lvl1pP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2" name="Text Placeholder 7">
            <a:extLst>
              <a:ext uri="{FF2B5EF4-FFF2-40B4-BE49-F238E27FC236}">
                <a16:creationId xmlns:a16="http://schemas.microsoft.com/office/drawing/2014/main" id="{73DE5B6F-6582-3BB5-FD64-58F4F2D8A9CB}"/>
              </a:ext>
            </a:extLst>
          </p:cNvPr>
          <p:cNvSpPr>
            <a:spLocks noGrp="1"/>
          </p:cNvSpPr>
          <p:nvPr>
            <p:ph type="body" sz="quarter" idx="16"/>
          </p:nvPr>
        </p:nvSpPr>
        <p:spPr>
          <a:xfrm>
            <a:off x="587376" y="2273500"/>
            <a:ext cx="2637790" cy="676285"/>
          </a:xfrm>
        </p:spPr>
        <p:txBody>
          <a:bodyPr anchor="b">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2" name="Picture Placeholder 26">
            <a:extLst>
              <a:ext uri="{FF2B5EF4-FFF2-40B4-BE49-F238E27FC236}">
                <a16:creationId xmlns:a16="http://schemas.microsoft.com/office/drawing/2014/main" id="{543F9D1C-E1AD-8672-EB76-F821F113BA95}"/>
              </a:ext>
            </a:extLst>
          </p:cNvPr>
          <p:cNvSpPr>
            <a:spLocks noGrp="1"/>
          </p:cNvSpPr>
          <p:nvPr>
            <p:ph type="pic" sz="quarter" idx="13"/>
          </p:nvPr>
        </p:nvSpPr>
        <p:spPr>
          <a:xfrm>
            <a:off x="7105650" y="949324"/>
            <a:ext cx="5086350" cy="4959352"/>
          </a:xfrm>
          <a:prstGeom prst="rect">
            <a:avLst/>
          </a:prstGeom>
          <a:pattFill prst="pct5">
            <a:fgClr>
              <a:schemeClr val="accent6"/>
            </a:fgClr>
            <a:bgClr>
              <a:schemeClr val="accent4"/>
            </a:bgClr>
          </a:pattFill>
        </p:spPr>
        <p:txBody>
          <a:bodyPr vert="horz" wrap="square" lIns="91440" tIns="45720" rIns="91440" bIns="45720" rtlCol="0" anchor="t">
            <a:noAutofit/>
          </a:bodyPr>
          <a:lstStyle>
            <a:lvl1pPr>
              <a:defRPr lang="en-ID" sz="1400" dirty="0"/>
            </a:lvl1pPr>
          </a:lstStyle>
          <a:p>
            <a:pPr lvl="0" algn="ctr"/>
            <a:endParaRPr lang="en-ID" dirty="0"/>
          </a:p>
        </p:txBody>
      </p:sp>
      <p:sp>
        <p:nvSpPr>
          <p:cNvPr id="8" name="Text Placeholder 2">
            <a:extLst>
              <a:ext uri="{FF2B5EF4-FFF2-40B4-BE49-F238E27FC236}">
                <a16:creationId xmlns:a16="http://schemas.microsoft.com/office/drawing/2014/main" id="{371B5842-5065-088B-D59A-76727E85CF81}"/>
              </a:ext>
            </a:extLst>
          </p:cNvPr>
          <p:cNvSpPr>
            <a:spLocks noGrp="1"/>
          </p:cNvSpPr>
          <p:nvPr>
            <p:ph type="body" sz="quarter" idx="42"/>
          </p:nvPr>
        </p:nvSpPr>
        <p:spPr>
          <a:xfrm>
            <a:off x="3458210" y="2983362"/>
            <a:ext cx="2637790" cy="2925313"/>
          </a:xfrm>
        </p:spPr>
        <p:txBody>
          <a:bodyPr>
            <a:noAutofit/>
          </a:bodyPr>
          <a:lstStyle>
            <a:lvl1pP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9" name="Text Placeholder 7">
            <a:extLst>
              <a:ext uri="{FF2B5EF4-FFF2-40B4-BE49-F238E27FC236}">
                <a16:creationId xmlns:a16="http://schemas.microsoft.com/office/drawing/2014/main" id="{F7E343EC-ED78-194A-BA39-D29CD79A9296}"/>
              </a:ext>
            </a:extLst>
          </p:cNvPr>
          <p:cNvSpPr>
            <a:spLocks noGrp="1"/>
          </p:cNvSpPr>
          <p:nvPr>
            <p:ph type="body" sz="quarter" idx="43"/>
          </p:nvPr>
        </p:nvSpPr>
        <p:spPr>
          <a:xfrm>
            <a:off x="3458210" y="2273500"/>
            <a:ext cx="2637790" cy="676285"/>
          </a:xfrm>
        </p:spPr>
        <p:txBody>
          <a:bodyPr anchor="b">
            <a:noAutofit/>
          </a:bodyPr>
          <a:lstStyle>
            <a:lvl1pPr>
              <a:lnSpc>
                <a:spcPct val="100000"/>
              </a:lnSpc>
              <a:spcBef>
                <a:spcPts val="0"/>
              </a:spcBef>
              <a:defRPr sz="1800">
                <a:solidFill>
                  <a:schemeClr val="tx2"/>
                </a:solidFill>
              </a:defRPr>
            </a:lvl1pPr>
          </a:lstStyle>
          <a:p>
            <a:pPr lvl="0"/>
            <a:r>
              <a:rPr lang="en-GB" dirty="0"/>
              <a:t>Click to edit Master text styles</a:t>
            </a:r>
          </a:p>
        </p:txBody>
      </p:sp>
    </p:spTree>
    <p:extLst>
      <p:ext uri="{BB962C8B-B14F-4D97-AF65-F5344CB8AC3E}">
        <p14:creationId xmlns:p14="http://schemas.microsoft.com/office/powerpoint/2010/main" val="12400499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 Text Boxes T21V4">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C19E034C-1D99-06F7-97F5-2AC8D9ABDEAB}"/>
              </a:ext>
            </a:extLst>
          </p:cNvPr>
          <p:cNvSpPr>
            <a:spLocks noGrp="1"/>
          </p:cNvSpPr>
          <p:nvPr>
            <p:ph type="title"/>
          </p:nvPr>
        </p:nvSpPr>
        <p:spPr>
          <a:xfrm>
            <a:off x="6096000" y="584201"/>
            <a:ext cx="5508624" cy="1387474"/>
          </a:xfrm>
          <a:prstGeom prst="rect">
            <a:avLst/>
          </a:prstGeom>
        </p:spPr>
        <p:txBody>
          <a:bodyPr anchor="b">
            <a:noAutofit/>
          </a:bodyPr>
          <a:lstStyle>
            <a:lvl1pPr>
              <a:defRPr>
                <a:solidFill>
                  <a:schemeClr val="tx1"/>
                </a:solidFill>
              </a:defRPr>
            </a:lvl1pPr>
          </a:lstStyle>
          <a:p>
            <a:r>
              <a:rPr lang="en-US" dirty="0"/>
              <a:t>Click to edit Master title style</a:t>
            </a:r>
            <a:endParaRPr lang="en-ID" dirty="0"/>
          </a:p>
        </p:txBody>
      </p:sp>
      <p:sp>
        <p:nvSpPr>
          <p:cNvPr id="10" name="Text Placeholder 2">
            <a:extLst>
              <a:ext uri="{FF2B5EF4-FFF2-40B4-BE49-F238E27FC236}">
                <a16:creationId xmlns:a16="http://schemas.microsoft.com/office/drawing/2014/main" id="{587112E7-D99B-8306-2F89-298B66A1FBAB}"/>
              </a:ext>
            </a:extLst>
          </p:cNvPr>
          <p:cNvSpPr>
            <a:spLocks noGrp="1"/>
          </p:cNvSpPr>
          <p:nvPr>
            <p:ph type="body" sz="quarter" idx="15"/>
          </p:nvPr>
        </p:nvSpPr>
        <p:spPr>
          <a:xfrm>
            <a:off x="6096000" y="2983362"/>
            <a:ext cx="2637790" cy="2925313"/>
          </a:xfrm>
        </p:spPr>
        <p:txBody>
          <a:bodyPr>
            <a:noAutofit/>
          </a:bodyPr>
          <a:lstStyle>
            <a:lvl1pPr>
              <a:lnSpc>
                <a:spcPct val="100000"/>
              </a:lnSpc>
              <a:spcBef>
                <a:spcPts val="0"/>
              </a:spcBef>
              <a:defRPr sz="16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2" name="Text Placeholder 7">
            <a:extLst>
              <a:ext uri="{FF2B5EF4-FFF2-40B4-BE49-F238E27FC236}">
                <a16:creationId xmlns:a16="http://schemas.microsoft.com/office/drawing/2014/main" id="{73DE5B6F-6582-3BB5-FD64-58F4F2D8A9CB}"/>
              </a:ext>
            </a:extLst>
          </p:cNvPr>
          <p:cNvSpPr>
            <a:spLocks noGrp="1"/>
          </p:cNvSpPr>
          <p:nvPr>
            <p:ph type="body" sz="quarter" idx="16"/>
          </p:nvPr>
        </p:nvSpPr>
        <p:spPr>
          <a:xfrm>
            <a:off x="6096000" y="2273500"/>
            <a:ext cx="2637790" cy="676285"/>
          </a:xfrm>
        </p:spPr>
        <p:txBody>
          <a:bodyPr anchor="b">
            <a:noAutofit/>
          </a:bodyPr>
          <a:lstStyle>
            <a:lvl1pPr>
              <a:lnSpc>
                <a:spcPct val="100000"/>
              </a:lnSpc>
              <a:spcBef>
                <a:spcPts val="0"/>
              </a:spcBef>
              <a:defRPr sz="1800">
                <a:solidFill>
                  <a:schemeClr val="tx1"/>
                </a:solidFill>
              </a:defRPr>
            </a:lvl1pPr>
          </a:lstStyle>
          <a:p>
            <a:pPr lvl="0"/>
            <a:r>
              <a:rPr lang="en-GB" dirty="0"/>
              <a:t>Click to edit Master text styles</a:t>
            </a:r>
          </a:p>
        </p:txBody>
      </p:sp>
      <p:sp>
        <p:nvSpPr>
          <p:cNvPr id="2" name="Picture Placeholder 26">
            <a:extLst>
              <a:ext uri="{FF2B5EF4-FFF2-40B4-BE49-F238E27FC236}">
                <a16:creationId xmlns:a16="http://schemas.microsoft.com/office/drawing/2014/main" id="{543F9D1C-E1AD-8672-EB76-F821F113BA95}"/>
              </a:ext>
            </a:extLst>
          </p:cNvPr>
          <p:cNvSpPr>
            <a:spLocks noGrp="1"/>
          </p:cNvSpPr>
          <p:nvPr>
            <p:ph type="pic" sz="quarter" idx="13"/>
          </p:nvPr>
        </p:nvSpPr>
        <p:spPr>
          <a:xfrm>
            <a:off x="0" y="949324"/>
            <a:ext cx="5086350" cy="4959352"/>
          </a:xfrm>
          <a:prstGeom prst="rect">
            <a:avLst/>
          </a:prstGeom>
          <a:pattFill prst="pct5">
            <a:fgClr>
              <a:schemeClr val="accent6"/>
            </a:fgClr>
            <a:bgClr>
              <a:schemeClr val="accent4"/>
            </a:bgClr>
          </a:pattFill>
        </p:spPr>
        <p:txBody>
          <a:bodyPr vert="horz" wrap="square" lIns="91440" tIns="45720" rIns="91440" bIns="45720" rtlCol="0" anchor="t">
            <a:noAutofit/>
          </a:bodyPr>
          <a:lstStyle>
            <a:lvl1pPr>
              <a:defRPr lang="en-ID" sz="1400" dirty="0"/>
            </a:lvl1pPr>
          </a:lstStyle>
          <a:p>
            <a:pPr lvl="0" algn="ctr"/>
            <a:endParaRPr lang="en-ID" dirty="0"/>
          </a:p>
        </p:txBody>
      </p:sp>
      <p:sp>
        <p:nvSpPr>
          <p:cNvPr id="8" name="Text Placeholder 2">
            <a:extLst>
              <a:ext uri="{FF2B5EF4-FFF2-40B4-BE49-F238E27FC236}">
                <a16:creationId xmlns:a16="http://schemas.microsoft.com/office/drawing/2014/main" id="{371B5842-5065-088B-D59A-76727E85CF81}"/>
              </a:ext>
            </a:extLst>
          </p:cNvPr>
          <p:cNvSpPr>
            <a:spLocks noGrp="1"/>
          </p:cNvSpPr>
          <p:nvPr>
            <p:ph type="body" sz="quarter" idx="42"/>
          </p:nvPr>
        </p:nvSpPr>
        <p:spPr>
          <a:xfrm>
            <a:off x="8966834" y="2983362"/>
            <a:ext cx="2637790" cy="2925313"/>
          </a:xfrm>
        </p:spPr>
        <p:txBody>
          <a:bodyPr>
            <a:noAutofit/>
          </a:bodyPr>
          <a:lstStyle>
            <a:lvl1pPr>
              <a:lnSpc>
                <a:spcPct val="100000"/>
              </a:lnSpc>
              <a:spcBef>
                <a:spcPts val="0"/>
              </a:spcBef>
              <a:defRPr sz="16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9" name="Text Placeholder 7">
            <a:extLst>
              <a:ext uri="{FF2B5EF4-FFF2-40B4-BE49-F238E27FC236}">
                <a16:creationId xmlns:a16="http://schemas.microsoft.com/office/drawing/2014/main" id="{F7E343EC-ED78-194A-BA39-D29CD79A9296}"/>
              </a:ext>
            </a:extLst>
          </p:cNvPr>
          <p:cNvSpPr>
            <a:spLocks noGrp="1"/>
          </p:cNvSpPr>
          <p:nvPr>
            <p:ph type="body" sz="quarter" idx="43"/>
          </p:nvPr>
        </p:nvSpPr>
        <p:spPr>
          <a:xfrm>
            <a:off x="8966834" y="2273500"/>
            <a:ext cx="2637790" cy="676285"/>
          </a:xfrm>
        </p:spPr>
        <p:txBody>
          <a:bodyPr anchor="b">
            <a:noAutofit/>
          </a:bodyPr>
          <a:lstStyle>
            <a:lvl1pPr>
              <a:lnSpc>
                <a:spcPct val="100000"/>
              </a:lnSpc>
              <a:spcBef>
                <a:spcPts val="0"/>
              </a:spcBef>
              <a:defRPr sz="1800">
                <a:solidFill>
                  <a:schemeClr val="tx1"/>
                </a:solidFill>
              </a:defRPr>
            </a:lvl1pPr>
          </a:lstStyle>
          <a:p>
            <a:pPr lvl="0"/>
            <a:r>
              <a:rPr lang="en-GB" dirty="0"/>
              <a:t>Click to edit Master text styles</a:t>
            </a:r>
          </a:p>
        </p:txBody>
      </p:sp>
    </p:spTree>
    <p:extLst>
      <p:ext uri="{BB962C8B-B14F-4D97-AF65-F5344CB8AC3E}">
        <p14:creationId xmlns:p14="http://schemas.microsoft.com/office/powerpoint/2010/main" val="9977633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 Text Boxes T22V1">
    <p:bg>
      <p:bgPr>
        <a:solidFill>
          <a:schemeClr val="bg2">
            <a:alpha val="30000"/>
          </a:schemeClr>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10" name="Text Placeholder 2">
            <a:extLst>
              <a:ext uri="{FF2B5EF4-FFF2-40B4-BE49-F238E27FC236}">
                <a16:creationId xmlns:a16="http://schemas.microsoft.com/office/drawing/2014/main" id="{587112E7-D99B-8306-2F89-298B66A1FBAB}"/>
              </a:ext>
            </a:extLst>
          </p:cNvPr>
          <p:cNvSpPr>
            <a:spLocks noGrp="1"/>
          </p:cNvSpPr>
          <p:nvPr>
            <p:ph type="body" sz="quarter" idx="15"/>
          </p:nvPr>
        </p:nvSpPr>
        <p:spPr>
          <a:xfrm>
            <a:off x="587375" y="2834789"/>
            <a:ext cx="3279775" cy="3032607"/>
          </a:xfrm>
        </p:spPr>
        <p:txBody>
          <a:bodyPr>
            <a:noAutofit/>
          </a:bodyPr>
          <a:lstStyle>
            <a:lvl1pP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2" name="Text Placeholder 7">
            <a:extLst>
              <a:ext uri="{FF2B5EF4-FFF2-40B4-BE49-F238E27FC236}">
                <a16:creationId xmlns:a16="http://schemas.microsoft.com/office/drawing/2014/main" id="{73DE5B6F-6582-3BB5-FD64-58F4F2D8A9CB}"/>
              </a:ext>
            </a:extLst>
          </p:cNvPr>
          <p:cNvSpPr>
            <a:spLocks noGrp="1"/>
          </p:cNvSpPr>
          <p:nvPr>
            <p:ph type="body" sz="quarter" idx="16"/>
          </p:nvPr>
        </p:nvSpPr>
        <p:spPr>
          <a:xfrm>
            <a:off x="587375" y="2124927"/>
            <a:ext cx="3279775" cy="676285"/>
          </a:xfrm>
        </p:spPr>
        <p:txBody>
          <a:bodyPr anchor="b">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3" name="Title 1">
            <a:extLst>
              <a:ext uri="{FF2B5EF4-FFF2-40B4-BE49-F238E27FC236}">
                <a16:creationId xmlns:a16="http://schemas.microsoft.com/office/drawing/2014/main" id="{2C1A1BF8-2516-9190-523E-B9A3A426EA14}"/>
              </a:ext>
            </a:extLst>
          </p:cNvPr>
          <p:cNvSpPr>
            <a:spLocks noGrp="1"/>
          </p:cNvSpPr>
          <p:nvPr>
            <p:ph type="title"/>
          </p:nvPr>
        </p:nvSpPr>
        <p:spPr>
          <a:xfrm>
            <a:off x="587375" y="584200"/>
            <a:ext cx="11017248" cy="1245650"/>
          </a:xfrm>
          <a:prstGeom prst="rect">
            <a:avLst/>
          </a:prstGeom>
        </p:spPr>
        <p:txBody>
          <a:bodyPr anchor="t">
            <a:noAutofit/>
          </a:bodyPr>
          <a:lstStyle>
            <a:lvl1pPr>
              <a:defRPr>
                <a:solidFill>
                  <a:schemeClr val="tx2"/>
                </a:solidFill>
              </a:defRPr>
            </a:lvl1pPr>
          </a:lstStyle>
          <a:p>
            <a:r>
              <a:rPr lang="en-US" dirty="0"/>
              <a:t>Click to edit Master title style</a:t>
            </a:r>
            <a:endParaRPr lang="en-ID" dirty="0"/>
          </a:p>
        </p:txBody>
      </p:sp>
      <p:sp>
        <p:nvSpPr>
          <p:cNvPr id="15" name="Text Placeholder 2">
            <a:extLst>
              <a:ext uri="{FF2B5EF4-FFF2-40B4-BE49-F238E27FC236}">
                <a16:creationId xmlns:a16="http://schemas.microsoft.com/office/drawing/2014/main" id="{78BE6E01-04B1-2837-5659-D84A237B009E}"/>
              </a:ext>
            </a:extLst>
          </p:cNvPr>
          <p:cNvSpPr>
            <a:spLocks noGrp="1"/>
          </p:cNvSpPr>
          <p:nvPr>
            <p:ph type="body" sz="quarter" idx="42"/>
          </p:nvPr>
        </p:nvSpPr>
        <p:spPr>
          <a:xfrm>
            <a:off x="4456112" y="2834789"/>
            <a:ext cx="3279775" cy="3032607"/>
          </a:xfrm>
        </p:spPr>
        <p:txBody>
          <a:bodyPr>
            <a:noAutofit/>
          </a:bodyPr>
          <a:lstStyle>
            <a:lvl1pP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6" name="Text Placeholder 7">
            <a:extLst>
              <a:ext uri="{FF2B5EF4-FFF2-40B4-BE49-F238E27FC236}">
                <a16:creationId xmlns:a16="http://schemas.microsoft.com/office/drawing/2014/main" id="{E02456DD-655E-9311-EA31-3DEE9863EC3C}"/>
              </a:ext>
            </a:extLst>
          </p:cNvPr>
          <p:cNvSpPr>
            <a:spLocks noGrp="1"/>
          </p:cNvSpPr>
          <p:nvPr>
            <p:ph type="body" sz="quarter" idx="43"/>
          </p:nvPr>
        </p:nvSpPr>
        <p:spPr>
          <a:xfrm>
            <a:off x="4456112" y="2124927"/>
            <a:ext cx="3279775" cy="676285"/>
          </a:xfrm>
        </p:spPr>
        <p:txBody>
          <a:bodyPr anchor="b">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17" name="Text Placeholder 2">
            <a:extLst>
              <a:ext uri="{FF2B5EF4-FFF2-40B4-BE49-F238E27FC236}">
                <a16:creationId xmlns:a16="http://schemas.microsoft.com/office/drawing/2014/main" id="{6CC28C03-36A3-6CD4-D84A-B54B80535E7B}"/>
              </a:ext>
            </a:extLst>
          </p:cNvPr>
          <p:cNvSpPr>
            <a:spLocks noGrp="1"/>
          </p:cNvSpPr>
          <p:nvPr>
            <p:ph type="body" sz="quarter" idx="44"/>
          </p:nvPr>
        </p:nvSpPr>
        <p:spPr>
          <a:xfrm>
            <a:off x="8324849" y="2834789"/>
            <a:ext cx="3279775" cy="3032607"/>
          </a:xfrm>
        </p:spPr>
        <p:txBody>
          <a:bodyPr>
            <a:noAutofit/>
          </a:bodyPr>
          <a:lstStyle>
            <a:lvl1pP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8" name="Text Placeholder 7">
            <a:extLst>
              <a:ext uri="{FF2B5EF4-FFF2-40B4-BE49-F238E27FC236}">
                <a16:creationId xmlns:a16="http://schemas.microsoft.com/office/drawing/2014/main" id="{5B83974A-7069-0E64-AC78-4BB0AA6C31FA}"/>
              </a:ext>
            </a:extLst>
          </p:cNvPr>
          <p:cNvSpPr>
            <a:spLocks noGrp="1"/>
          </p:cNvSpPr>
          <p:nvPr>
            <p:ph type="body" sz="quarter" idx="45"/>
          </p:nvPr>
        </p:nvSpPr>
        <p:spPr>
          <a:xfrm>
            <a:off x="8324849" y="2124927"/>
            <a:ext cx="3279775" cy="676285"/>
          </a:xfrm>
        </p:spPr>
        <p:txBody>
          <a:bodyPr anchor="b">
            <a:noAutofit/>
          </a:bodyPr>
          <a:lstStyle>
            <a:lvl1pPr>
              <a:lnSpc>
                <a:spcPct val="100000"/>
              </a:lnSpc>
              <a:spcBef>
                <a:spcPts val="0"/>
              </a:spcBef>
              <a:defRPr sz="1800">
                <a:solidFill>
                  <a:schemeClr val="tx2"/>
                </a:solidFill>
              </a:defRPr>
            </a:lvl1pPr>
          </a:lstStyle>
          <a:p>
            <a:pPr lvl="0"/>
            <a:r>
              <a:rPr lang="en-GB" dirty="0"/>
              <a:t>Click to edit Master text styles</a:t>
            </a:r>
          </a:p>
        </p:txBody>
      </p:sp>
    </p:spTree>
    <p:extLst>
      <p:ext uri="{BB962C8B-B14F-4D97-AF65-F5344CB8AC3E}">
        <p14:creationId xmlns:p14="http://schemas.microsoft.com/office/powerpoint/2010/main" val="42523942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 Text Boxes T22V2">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18" name="Text Placeholder 2">
            <a:extLst>
              <a:ext uri="{FF2B5EF4-FFF2-40B4-BE49-F238E27FC236}">
                <a16:creationId xmlns:a16="http://schemas.microsoft.com/office/drawing/2014/main" id="{A1A28796-A0E1-D417-F6BA-221D9E81D397}"/>
              </a:ext>
            </a:extLst>
          </p:cNvPr>
          <p:cNvSpPr>
            <a:spLocks noGrp="1"/>
          </p:cNvSpPr>
          <p:nvPr>
            <p:ph type="body" sz="quarter" idx="15"/>
          </p:nvPr>
        </p:nvSpPr>
        <p:spPr>
          <a:xfrm>
            <a:off x="587375" y="2834789"/>
            <a:ext cx="3279775" cy="3032607"/>
          </a:xfrm>
        </p:spPr>
        <p:txBody>
          <a:bodyPr>
            <a:noAutofit/>
          </a:bodyPr>
          <a:lstStyle>
            <a:lvl1pPr>
              <a:lnSpc>
                <a:spcPct val="100000"/>
              </a:lnSpc>
              <a:spcBef>
                <a:spcPts val="0"/>
              </a:spcBef>
              <a:defRPr sz="16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9" name="Text Placeholder 7">
            <a:extLst>
              <a:ext uri="{FF2B5EF4-FFF2-40B4-BE49-F238E27FC236}">
                <a16:creationId xmlns:a16="http://schemas.microsoft.com/office/drawing/2014/main" id="{377E2356-42A4-92CD-71AF-8E6E5F9210CF}"/>
              </a:ext>
            </a:extLst>
          </p:cNvPr>
          <p:cNvSpPr>
            <a:spLocks noGrp="1"/>
          </p:cNvSpPr>
          <p:nvPr>
            <p:ph type="body" sz="quarter" idx="16"/>
          </p:nvPr>
        </p:nvSpPr>
        <p:spPr>
          <a:xfrm>
            <a:off x="587375" y="2124927"/>
            <a:ext cx="3279775" cy="676285"/>
          </a:xfrm>
        </p:spPr>
        <p:txBody>
          <a:bodyPr anchor="b">
            <a:noAutofit/>
          </a:bodyPr>
          <a:lstStyle>
            <a:lvl1pPr>
              <a:lnSpc>
                <a:spcPct val="100000"/>
              </a:lnSpc>
              <a:spcBef>
                <a:spcPts val="0"/>
              </a:spcBef>
              <a:defRPr sz="1800">
                <a:solidFill>
                  <a:schemeClr val="tx1"/>
                </a:solidFill>
              </a:defRPr>
            </a:lvl1pPr>
          </a:lstStyle>
          <a:p>
            <a:pPr lvl="0"/>
            <a:r>
              <a:rPr lang="en-GB" dirty="0"/>
              <a:t>Click to edit Master text styles</a:t>
            </a:r>
          </a:p>
        </p:txBody>
      </p:sp>
      <p:sp>
        <p:nvSpPr>
          <p:cNvPr id="20" name="Title 1">
            <a:extLst>
              <a:ext uri="{FF2B5EF4-FFF2-40B4-BE49-F238E27FC236}">
                <a16:creationId xmlns:a16="http://schemas.microsoft.com/office/drawing/2014/main" id="{DAC5711C-CB2E-D5C5-5FEF-637F5BCB9ABC}"/>
              </a:ext>
            </a:extLst>
          </p:cNvPr>
          <p:cNvSpPr>
            <a:spLocks noGrp="1"/>
          </p:cNvSpPr>
          <p:nvPr>
            <p:ph type="title"/>
          </p:nvPr>
        </p:nvSpPr>
        <p:spPr>
          <a:xfrm>
            <a:off x="587375" y="584200"/>
            <a:ext cx="11017248" cy="1245650"/>
          </a:xfrm>
          <a:prstGeom prst="rect">
            <a:avLst/>
          </a:prstGeom>
        </p:spPr>
        <p:txBody>
          <a:bodyPr anchor="t">
            <a:noAutofit/>
          </a:bodyPr>
          <a:lstStyle>
            <a:lvl1pPr>
              <a:defRPr>
                <a:solidFill>
                  <a:schemeClr val="tx1"/>
                </a:solidFill>
              </a:defRPr>
            </a:lvl1pPr>
          </a:lstStyle>
          <a:p>
            <a:r>
              <a:rPr lang="en-US" dirty="0"/>
              <a:t>Click to edit Master title style</a:t>
            </a:r>
            <a:endParaRPr lang="en-ID" dirty="0"/>
          </a:p>
        </p:txBody>
      </p:sp>
      <p:sp>
        <p:nvSpPr>
          <p:cNvPr id="21" name="Text Placeholder 2">
            <a:extLst>
              <a:ext uri="{FF2B5EF4-FFF2-40B4-BE49-F238E27FC236}">
                <a16:creationId xmlns:a16="http://schemas.microsoft.com/office/drawing/2014/main" id="{6C3B6A69-A785-EB95-64E9-4D5FC03F79DD}"/>
              </a:ext>
            </a:extLst>
          </p:cNvPr>
          <p:cNvSpPr>
            <a:spLocks noGrp="1"/>
          </p:cNvSpPr>
          <p:nvPr>
            <p:ph type="body" sz="quarter" idx="42"/>
          </p:nvPr>
        </p:nvSpPr>
        <p:spPr>
          <a:xfrm>
            <a:off x="4456112" y="2834789"/>
            <a:ext cx="3279775" cy="3032607"/>
          </a:xfrm>
        </p:spPr>
        <p:txBody>
          <a:bodyPr>
            <a:noAutofit/>
          </a:bodyPr>
          <a:lstStyle>
            <a:lvl1pPr>
              <a:lnSpc>
                <a:spcPct val="100000"/>
              </a:lnSpc>
              <a:spcBef>
                <a:spcPts val="0"/>
              </a:spcBef>
              <a:defRPr sz="16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22" name="Text Placeholder 7">
            <a:extLst>
              <a:ext uri="{FF2B5EF4-FFF2-40B4-BE49-F238E27FC236}">
                <a16:creationId xmlns:a16="http://schemas.microsoft.com/office/drawing/2014/main" id="{DC0356D8-6F32-4554-3B38-9CFE923CDA07}"/>
              </a:ext>
            </a:extLst>
          </p:cNvPr>
          <p:cNvSpPr>
            <a:spLocks noGrp="1"/>
          </p:cNvSpPr>
          <p:nvPr>
            <p:ph type="body" sz="quarter" idx="43"/>
          </p:nvPr>
        </p:nvSpPr>
        <p:spPr>
          <a:xfrm>
            <a:off x="4456112" y="2124927"/>
            <a:ext cx="3279775" cy="676285"/>
          </a:xfrm>
        </p:spPr>
        <p:txBody>
          <a:bodyPr anchor="b">
            <a:noAutofit/>
          </a:bodyPr>
          <a:lstStyle>
            <a:lvl1pPr>
              <a:lnSpc>
                <a:spcPct val="100000"/>
              </a:lnSpc>
              <a:spcBef>
                <a:spcPts val="0"/>
              </a:spcBef>
              <a:defRPr sz="1800">
                <a:solidFill>
                  <a:schemeClr val="tx1"/>
                </a:solidFill>
              </a:defRPr>
            </a:lvl1pPr>
          </a:lstStyle>
          <a:p>
            <a:pPr lvl="0"/>
            <a:r>
              <a:rPr lang="en-GB" dirty="0"/>
              <a:t>Click to edit Master text styles</a:t>
            </a:r>
          </a:p>
        </p:txBody>
      </p:sp>
      <p:sp>
        <p:nvSpPr>
          <p:cNvPr id="23" name="Text Placeholder 2">
            <a:extLst>
              <a:ext uri="{FF2B5EF4-FFF2-40B4-BE49-F238E27FC236}">
                <a16:creationId xmlns:a16="http://schemas.microsoft.com/office/drawing/2014/main" id="{1B00A252-79E4-C601-2EA6-790B7EEE8145}"/>
              </a:ext>
            </a:extLst>
          </p:cNvPr>
          <p:cNvSpPr>
            <a:spLocks noGrp="1"/>
          </p:cNvSpPr>
          <p:nvPr>
            <p:ph type="body" sz="quarter" idx="44"/>
          </p:nvPr>
        </p:nvSpPr>
        <p:spPr>
          <a:xfrm>
            <a:off x="8324849" y="2834789"/>
            <a:ext cx="3279775" cy="3032607"/>
          </a:xfrm>
        </p:spPr>
        <p:txBody>
          <a:bodyPr>
            <a:noAutofit/>
          </a:bodyPr>
          <a:lstStyle>
            <a:lvl1pPr>
              <a:lnSpc>
                <a:spcPct val="100000"/>
              </a:lnSpc>
              <a:spcBef>
                <a:spcPts val="0"/>
              </a:spcBef>
              <a:defRPr sz="16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24" name="Text Placeholder 7">
            <a:extLst>
              <a:ext uri="{FF2B5EF4-FFF2-40B4-BE49-F238E27FC236}">
                <a16:creationId xmlns:a16="http://schemas.microsoft.com/office/drawing/2014/main" id="{8F89D1A3-049A-D8C6-8E11-B4BCD9CB5E8A}"/>
              </a:ext>
            </a:extLst>
          </p:cNvPr>
          <p:cNvSpPr>
            <a:spLocks noGrp="1"/>
          </p:cNvSpPr>
          <p:nvPr>
            <p:ph type="body" sz="quarter" idx="45"/>
          </p:nvPr>
        </p:nvSpPr>
        <p:spPr>
          <a:xfrm>
            <a:off x="8324849" y="2124927"/>
            <a:ext cx="3279775" cy="676285"/>
          </a:xfrm>
        </p:spPr>
        <p:txBody>
          <a:bodyPr anchor="b">
            <a:noAutofit/>
          </a:bodyPr>
          <a:lstStyle>
            <a:lvl1pPr>
              <a:lnSpc>
                <a:spcPct val="100000"/>
              </a:lnSpc>
              <a:spcBef>
                <a:spcPts val="0"/>
              </a:spcBef>
              <a:defRPr sz="1800">
                <a:solidFill>
                  <a:schemeClr val="tx1"/>
                </a:solidFill>
              </a:defRPr>
            </a:lvl1pPr>
          </a:lstStyle>
          <a:p>
            <a:pPr lvl="0"/>
            <a:r>
              <a:rPr lang="en-GB" dirty="0"/>
              <a:t>Click to edit Master text styles</a:t>
            </a:r>
          </a:p>
        </p:txBody>
      </p:sp>
    </p:spTree>
    <p:extLst>
      <p:ext uri="{BB962C8B-B14F-4D97-AF65-F5344CB8AC3E}">
        <p14:creationId xmlns:p14="http://schemas.microsoft.com/office/powerpoint/2010/main" val="16246699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 Text Boxes T22V3">
    <p:bg>
      <p:bgPr>
        <a:solidFill>
          <a:schemeClr val="bg2">
            <a:alpha val="30000"/>
          </a:schemeClr>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2" name="Picture Placeholder 26">
            <a:extLst>
              <a:ext uri="{FF2B5EF4-FFF2-40B4-BE49-F238E27FC236}">
                <a16:creationId xmlns:a16="http://schemas.microsoft.com/office/drawing/2014/main" id="{C3627B10-2E26-62B7-0979-55ABB5E51632}"/>
              </a:ext>
            </a:extLst>
          </p:cNvPr>
          <p:cNvSpPr>
            <a:spLocks noGrp="1"/>
          </p:cNvSpPr>
          <p:nvPr>
            <p:ph type="pic" sz="quarter" idx="13"/>
          </p:nvPr>
        </p:nvSpPr>
        <p:spPr>
          <a:xfrm>
            <a:off x="0" y="949324"/>
            <a:ext cx="4079875" cy="4959352"/>
          </a:xfrm>
          <a:prstGeom prst="rect">
            <a:avLst/>
          </a:prstGeom>
          <a:pattFill prst="pct5">
            <a:fgClr>
              <a:schemeClr val="accent6"/>
            </a:fgClr>
            <a:bgClr>
              <a:schemeClr val="accent4"/>
            </a:bgClr>
          </a:pattFill>
        </p:spPr>
        <p:txBody>
          <a:bodyPr vert="horz" wrap="square" lIns="91440" tIns="45720" rIns="91440" bIns="45720" rtlCol="0" anchor="t">
            <a:noAutofit/>
          </a:bodyPr>
          <a:lstStyle>
            <a:lvl1pPr>
              <a:defRPr lang="en-ID" sz="1400" dirty="0"/>
            </a:lvl1pPr>
          </a:lstStyle>
          <a:p>
            <a:pPr lvl="0" algn="ctr"/>
            <a:endParaRPr lang="en-ID" dirty="0"/>
          </a:p>
        </p:txBody>
      </p:sp>
      <p:sp>
        <p:nvSpPr>
          <p:cNvPr id="4" name="Title 1">
            <a:extLst>
              <a:ext uri="{FF2B5EF4-FFF2-40B4-BE49-F238E27FC236}">
                <a16:creationId xmlns:a16="http://schemas.microsoft.com/office/drawing/2014/main" id="{D47A62C0-C52B-384A-0871-39A5E52F2670}"/>
              </a:ext>
            </a:extLst>
          </p:cNvPr>
          <p:cNvSpPr>
            <a:spLocks noGrp="1"/>
          </p:cNvSpPr>
          <p:nvPr>
            <p:ph type="title"/>
          </p:nvPr>
        </p:nvSpPr>
        <p:spPr>
          <a:xfrm>
            <a:off x="5086351" y="584201"/>
            <a:ext cx="6518273" cy="1387474"/>
          </a:xfrm>
          <a:prstGeom prst="rect">
            <a:avLst/>
          </a:prstGeom>
        </p:spPr>
        <p:txBody>
          <a:bodyPr anchor="b">
            <a:noAutofit/>
          </a:bodyPr>
          <a:lstStyle>
            <a:lvl1pPr>
              <a:defRPr>
                <a:solidFill>
                  <a:schemeClr val="tx2"/>
                </a:solidFill>
              </a:defRPr>
            </a:lvl1pPr>
          </a:lstStyle>
          <a:p>
            <a:r>
              <a:rPr lang="en-US" dirty="0"/>
              <a:t>Click to edit Master title style</a:t>
            </a:r>
            <a:endParaRPr lang="en-ID" dirty="0"/>
          </a:p>
        </p:txBody>
      </p:sp>
      <p:sp>
        <p:nvSpPr>
          <p:cNvPr id="7" name="Text Placeholder 2">
            <a:extLst>
              <a:ext uri="{FF2B5EF4-FFF2-40B4-BE49-F238E27FC236}">
                <a16:creationId xmlns:a16="http://schemas.microsoft.com/office/drawing/2014/main" id="{BF888B37-5891-CB7F-D8BE-9A710297C2DB}"/>
              </a:ext>
            </a:extLst>
          </p:cNvPr>
          <p:cNvSpPr>
            <a:spLocks noGrp="1"/>
          </p:cNvSpPr>
          <p:nvPr>
            <p:ph type="body" sz="quarter" idx="15"/>
          </p:nvPr>
        </p:nvSpPr>
        <p:spPr>
          <a:xfrm>
            <a:off x="5086351" y="4682623"/>
            <a:ext cx="2973069" cy="1226051"/>
          </a:xfrm>
        </p:spPr>
        <p:txBody>
          <a:bodyPr vert="horz" lIns="91440" tIns="45720" rIns="91440" bIns="45720" rtlCol="0">
            <a:noAutofit/>
          </a:bodyPr>
          <a:lstStyle>
            <a:lvl1pPr>
              <a:defRPr lang="en-US" sz="1600" b="0" dirty="0">
                <a:solidFill>
                  <a:schemeClr val="tx2"/>
                </a:solidFill>
              </a:defRPr>
            </a:lvl1pPr>
          </a:lstStyle>
          <a:p>
            <a:pPr lvl="0">
              <a:lnSpc>
                <a:spcPct val="100000"/>
              </a:lnSpc>
              <a:spcBef>
                <a:spcPts val="0"/>
              </a:spcBef>
            </a:pPr>
            <a:r>
              <a:rPr lang="en-US" dirty="0"/>
              <a:t>Click to edit Master text styles</a:t>
            </a:r>
          </a:p>
        </p:txBody>
      </p:sp>
      <p:sp>
        <p:nvSpPr>
          <p:cNvPr id="8" name="Text Placeholder 7">
            <a:extLst>
              <a:ext uri="{FF2B5EF4-FFF2-40B4-BE49-F238E27FC236}">
                <a16:creationId xmlns:a16="http://schemas.microsoft.com/office/drawing/2014/main" id="{2605F581-9FF7-6E70-5517-8EE148E77DAB}"/>
              </a:ext>
            </a:extLst>
          </p:cNvPr>
          <p:cNvSpPr>
            <a:spLocks noGrp="1"/>
          </p:cNvSpPr>
          <p:nvPr>
            <p:ph type="body" sz="quarter" idx="16"/>
          </p:nvPr>
        </p:nvSpPr>
        <p:spPr>
          <a:xfrm>
            <a:off x="5086351" y="3972760"/>
            <a:ext cx="2973069" cy="676285"/>
          </a:xfrm>
        </p:spPr>
        <p:txBody>
          <a:bodyPr anchor="b">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9" name="Text Placeholder 2">
            <a:extLst>
              <a:ext uri="{FF2B5EF4-FFF2-40B4-BE49-F238E27FC236}">
                <a16:creationId xmlns:a16="http://schemas.microsoft.com/office/drawing/2014/main" id="{BA6F955D-F8D8-A543-76BC-4E7A1DF85B22}"/>
              </a:ext>
            </a:extLst>
          </p:cNvPr>
          <p:cNvSpPr>
            <a:spLocks noGrp="1"/>
          </p:cNvSpPr>
          <p:nvPr>
            <p:ph type="body" sz="quarter" idx="42"/>
          </p:nvPr>
        </p:nvSpPr>
        <p:spPr>
          <a:xfrm>
            <a:off x="8631555" y="4682623"/>
            <a:ext cx="2973069" cy="1226051"/>
          </a:xfrm>
        </p:spPr>
        <p:txBody>
          <a:bodyPr vert="horz" lIns="91440" tIns="45720" rIns="91440" bIns="45720" rtlCol="0">
            <a:noAutofit/>
          </a:bodyPr>
          <a:lstStyle>
            <a:lvl1pPr>
              <a:defRPr lang="en-US" sz="1600" b="0" dirty="0">
                <a:solidFill>
                  <a:schemeClr val="tx2"/>
                </a:solidFill>
              </a:defRPr>
            </a:lvl1pPr>
          </a:lstStyle>
          <a:p>
            <a:pPr lvl="0">
              <a:lnSpc>
                <a:spcPct val="100000"/>
              </a:lnSpc>
              <a:spcBef>
                <a:spcPts val="0"/>
              </a:spcBef>
            </a:pPr>
            <a:r>
              <a:rPr lang="en-US" dirty="0"/>
              <a:t>Click to edit Master text styles</a:t>
            </a:r>
          </a:p>
        </p:txBody>
      </p:sp>
      <p:sp>
        <p:nvSpPr>
          <p:cNvPr id="11" name="Text Placeholder 7">
            <a:extLst>
              <a:ext uri="{FF2B5EF4-FFF2-40B4-BE49-F238E27FC236}">
                <a16:creationId xmlns:a16="http://schemas.microsoft.com/office/drawing/2014/main" id="{C0D73513-5E9B-9BB1-8289-DD050016BF6C}"/>
              </a:ext>
            </a:extLst>
          </p:cNvPr>
          <p:cNvSpPr>
            <a:spLocks noGrp="1"/>
          </p:cNvSpPr>
          <p:nvPr>
            <p:ph type="body" sz="quarter" idx="43"/>
          </p:nvPr>
        </p:nvSpPr>
        <p:spPr>
          <a:xfrm>
            <a:off x="8631555" y="3972760"/>
            <a:ext cx="2973069" cy="676285"/>
          </a:xfrm>
        </p:spPr>
        <p:txBody>
          <a:bodyPr anchor="b">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13" name="Text Placeholder 2">
            <a:extLst>
              <a:ext uri="{FF2B5EF4-FFF2-40B4-BE49-F238E27FC236}">
                <a16:creationId xmlns:a16="http://schemas.microsoft.com/office/drawing/2014/main" id="{E6C2F815-44BD-C326-F3C6-E6CF8B8B7FB0}"/>
              </a:ext>
            </a:extLst>
          </p:cNvPr>
          <p:cNvSpPr>
            <a:spLocks noGrp="1"/>
          </p:cNvSpPr>
          <p:nvPr>
            <p:ph type="body" sz="quarter" idx="44"/>
          </p:nvPr>
        </p:nvSpPr>
        <p:spPr>
          <a:xfrm>
            <a:off x="5086351" y="2581212"/>
            <a:ext cx="6518274" cy="931561"/>
          </a:xfrm>
        </p:spPr>
        <p:txBody>
          <a:bodyPr vert="horz" lIns="91440" tIns="45720" rIns="91440" bIns="45720" rtlCol="0">
            <a:noAutofit/>
          </a:bodyPr>
          <a:lstStyle>
            <a:lvl1pPr>
              <a:defRPr lang="en-US" sz="1600" b="0" dirty="0">
                <a:solidFill>
                  <a:schemeClr val="tx2"/>
                </a:solidFill>
              </a:defRPr>
            </a:lvl1pPr>
          </a:lstStyle>
          <a:p>
            <a:pPr lvl="0">
              <a:lnSpc>
                <a:spcPct val="100000"/>
              </a:lnSpc>
              <a:spcBef>
                <a:spcPts val="0"/>
              </a:spcBef>
            </a:pPr>
            <a:r>
              <a:rPr lang="en-US" dirty="0"/>
              <a:t>Click to edit Master text styles</a:t>
            </a:r>
          </a:p>
        </p:txBody>
      </p:sp>
      <p:sp>
        <p:nvSpPr>
          <p:cNvPr id="14" name="Text Placeholder 7">
            <a:extLst>
              <a:ext uri="{FF2B5EF4-FFF2-40B4-BE49-F238E27FC236}">
                <a16:creationId xmlns:a16="http://schemas.microsoft.com/office/drawing/2014/main" id="{BCF6A181-69D2-4179-2A93-2CDD71F886BB}"/>
              </a:ext>
            </a:extLst>
          </p:cNvPr>
          <p:cNvSpPr>
            <a:spLocks noGrp="1"/>
          </p:cNvSpPr>
          <p:nvPr>
            <p:ph type="body" sz="quarter" idx="45"/>
          </p:nvPr>
        </p:nvSpPr>
        <p:spPr>
          <a:xfrm>
            <a:off x="5086351" y="2187633"/>
            <a:ext cx="6518274" cy="360000"/>
          </a:xfrm>
        </p:spPr>
        <p:txBody>
          <a:bodyPr vert="horz" lIns="91440" tIns="45720" rIns="91440" bIns="45720" rtlCol="0" anchor="b">
            <a:noAutofit/>
          </a:bodyPr>
          <a:lstStyle>
            <a:lvl1pPr>
              <a:defRPr lang="en-GB" sz="1800" dirty="0">
                <a:solidFill>
                  <a:schemeClr val="tx2"/>
                </a:solidFill>
              </a:defRPr>
            </a:lvl1pPr>
          </a:lstStyle>
          <a:p>
            <a:pPr lvl="0">
              <a:lnSpc>
                <a:spcPct val="100000"/>
              </a:lnSpc>
              <a:spcBef>
                <a:spcPts val="0"/>
              </a:spcBef>
            </a:pPr>
            <a:r>
              <a:rPr lang="en-GB" dirty="0"/>
              <a:t>Click to edit Master text styles</a:t>
            </a:r>
          </a:p>
        </p:txBody>
      </p:sp>
    </p:spTree>
    <p:extLst>
      <p:ext uri="{BB962C8B-B14F-4D97-AF65-F5344CB8AC3E}">
        <p14:creationId xmlns:p14="http://schemas.microsoft.com/office/powerpoint/2010/main" val="7124602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 Text Boxes T22V4">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C19E034C-1D99-06F7-97F5-2AC8D9ABDEAB}"/>
              </a:ext>
            </a:extLst>
          </p:cNvPr>
          <p:cNvSpPr>
            <a:spLocks noGrp="1"/>
          </p:cNvSpPr>
          <p:nvPr>
            <p:ph type="title"/>
          </p:nvPr>
        </p:nvSpPr>
        <p:spPr>
          <a:xfrm>
            <a:off x="587376" y="584201"/>
            <a:ext cx="6518273" cy="1387474"/>
          </a:xfrm>
          <a:prstGeom prst="rect">
            <a:avLst/>
          </a:prstGeom>
        </p:spPr>
        <p:txBody>
          <a:bodyPr anchor="b">
            <a:noAutofit/>
          </a:bodyPr>
          <a:lstStyle>
            <a:lvl1pPr>
              <a:defRPr>
                <a:solidFill>
                  <a:schemeClr val="tx1"/>
                </a:solidFill>
              </a:defRPr>
            </a:lvl1pPr>
          </a:lstStyle>
          <a:p>
            <a:r>
              <a:rPr lang="en-US" dirty="0"/>
              <a:t>Click to edit Master title style</a:t>
            </a:r>
            <a:endParaRPr lang="en-ID" dirty="0"/>
          </a:p>
        </p:txBody>
      </p:sp>
      <p:sp>
        <p:nvSpPr>
          <p:cNvPr id="10" name="Text Placeholder 2">
            <a:extLst>
              <a:ext uri="{FF2B5EF4-FFF2-40B4-BE49-F238E27FC236}">
                <a16:creationId xmlns:a16="http://schemas.microsoft.com/office/drawing/2014/main" id="{587112E7-D99B-8306-2F89-298B66A1FBAB}"/>
              </a:ext>
            </a:extLst>
          </p:cNvPr>
          <p:cNvSpPr>
            <a:spLocks noGrp="1"/>
          </p:cNvSpPr>
          <p:nvPr>
            <p:ph type="body" sz="quarter" idx="15"/>
          </p:nvPr>
        </p:nvSpPr>
        <p:spPr>
          <a:xfrm>
            <a:off x="587376" y="4682624"/>
            <a:ext cx="2973069" cy="1226052"/>
          </a:xfrm>
        </p:spPr>
        <p:txBody>
          <a:bodyPr vert="horz" lIns="91440" tIns="45720" rIns="91440" bIns="45720" rtlCol="0">
            <a:noAutofit/>
          </a:bodyPr>
          <a:lstStyle>
            <a:lvl1pPr>
              <a:defRPr lang="en-US" sz="1600" b="0" dirty="0">
                <a:solidFill>
                  <a:schemeClr val="tx1"/>
                </a:solidFill>
              </a:defRPr>
            </a:lvl1pPr>
          </a:lstStyle>
          <a:p>
            <a:pPr lvl="0">
              <a:lnSpc>
                <a:spcPct val="100000"/>
              </a:lnSpc>
              <a:spcBef>
                <a:spcPts val="0"/>
              </a:spcBef>
            </a:pPr>
            <a:r>
              <a:rPr lang="en-US" dirty="0"/>
              <a:t>Click to edit Master text styles</a:t>
            </a:r>
          </a:p>
        </p:txBody>
      </p:sp>
      <p:sp>
        <p:nvSpPr>
          <p:cNvPr id="12" name="Text Placeholder 7">
            <a:extLst>
              <a:ext uri="{FF2B5EF4-FFF2-40B4-BE49-F238E27FC236}">
                <a16:creationId xmlns:a16="http://schemas.microsoft.com/office/drawing/2014/main" id="{73DE5B6F-6582-3BB5-FD64-58F4F2D8A9CB}"/>
              </a:ext>
            </a:extLst>
          </p:cNvPr>
          <p:cNvSpPr>
            <a:spLocks noGrp="1"/>
          </p:cNvSpPr>
          <p:nvPr>
            <p:ph type="body" sz="quarter" idx="16"/>
          </p:nvPr>
        </p:nvSpPr>
        <p:spPr>
          <a:xfrm>
            <a:off x="587376" y="3972760"/>
            <a:ext cx="2973069" cy="676285"/>
          </a:xfrm>
        </p:spPr>
        <p:txBody>
          <a:bodyPr anchor="b">
            <a:noAutofit/>
          </a:bodyPr>
          <a:lstStyle>
            <a:lvl1pPr>
              <a:lnSpc>
                <a:spcPct val="100000"/>
              </a:lnSpc>
              <a:spcBef>
                <a:spcPts val="0"/>
              </a:spcBef>
              <a:defRPr sz="1800">
                <a:solidFill>
                  <a:schemeClr val="tx1"/>
                </a:solidFill>
              </a:defRPr>
            </a:lvl1pPr>
          </a:lstStyle>
          <a:p>
            <a:pPr lvl="0"/>
            <a:r>
              <a:rPr lang="en-GB" dirty="0"/>
              <a:t>Click to edit Master text styles</a:t>
            </a:r>
          </a:p>
        </p:txBody>
      </p:sp>
      <p:sp>
        <p:nvSpPr>
          <p:cNvPr id="2" name="Picture Placeholder 26">
            <a:extLst>
              <a:ext uri="{FF2B5EF4-FFF2-40B4-BE49-F238E27FC236}">
                <a16:creationId xmlns:a16="http://schemas.microsoft.com/office/drawing/2014/main" id="{543F9D1C-E1AD-8672-EB76-F821F113BA95}"/>
              </a:ext>
            </a:extLst>
          </p:cNvPr>
          <p:cNvSpPr>
            <a:spLocks noGrp="1"/>
          </p:cNvSpPr>
          <p:nvPr>
            <p:ph type="pic" sz="quarter" idx="13"/>
          </p:nvPr>
        </p:nvSpPr>
        <p:spPr>
          <a:xfrm>
            <a:off x="8112124" y="949324"/>
            <a:ext cx="4079875" cy="4959352"/>
          </a:xfrm>
          <a:prstGeom prst="rect">
            <a:avLst/>
          </a:prstGeom>
          <a:pattFill prst="pct5">
            <a:fgClr>
              <a:schemeClr val="accent6"/>
            </a:fgClr>
            <a:bgClr>
              <a:schemeClr val="accent4"/>
            </a:bgClr>
          </a:pattFill>
        </p:spPr>
        <p:txBody>
          <a:bodyPr vert="horz" wrap="square" lIns="91440" tIns="45720" rIns="91440" bIns="45720" rtlCol="0" anchor="t">
            <a:noAutofit/>
          </a:bodyPr>
          <a:lstStyle>
            <a:lvl1pPr>
              <a:defRPr lang="en-ID" sz="1400" dirty="0"/>
            </a:lvl1pPr>
          </a:lstStyle>
          <a:p>
            <a:pPr lvl="0" algn="ctr"/>
            <a:endParaRPr lang="en-ID" dirty="0"/>
          </a:p>
        </p:txBody>
      </p:sp>
      <p:sp>
        <p:nvSpPr>
          <p:cNvPr id="8" name="Text Placeholder 2">
            <a:extLst>
              <a:ext uri="{FF2B5EF4-FFF2-40B4-BE49-F238E27FC236}">
                <a16:creationId xmlns:a16="http://schemas.microsoft.com/office/drawing/2014/main" id="{371B5842-5065-088B-D59A-76727E85CF81}"/>
              </a:ext>
            </a:extLst>
          </p:cNvPr>
          <p:cNvSpPr>
            <a:spLocks noGrp="1"/>
          </p:cNvSpPr>
          <p:nvPr>
            <p:ph type="body" sz="quarter" idx="42"/>
          </p:nvPr>
        </p:nvSpPr>
        <p:spPr>
          <a:xfrm>
            <a:off x="4132580" y="4682624"/>
            <a:ext cx="2973069" cy="1226052"/>
          </a:xfrm>
        </p:spPr>
        <p:txBody>
          <a:bodyPr vert="horz" lIns="91440" tIns="45720" rIns="91440" bIns="45720" rtlCol="0">
            <a:noAutofit/>
          </a:bodyPr>
          <a:lstStyle>
            <a:lvl1pPr>
              <a:defRPr lang="en-US" sz="1600" b="0" dirty="0">
                <a:solidFill>
                  <a:schemeClr val="tx1"/>
                </a:solidFill>
              </a:defRPr>
            </a:lvl1pPr>
          </a:lstStyle>
          <a:p>
            <a:pPr lvl="0">
              <a:lnSpc>
                <a:spcPct val="100000"/>
              </a:lnSpc>
              <a:spcBef>
                <a:spcPts val="0"/>
              </a:spcBef>
            </a:pPr>
            <a:r>
              <a:rPr lang="en-US" dirty="0"/>
              <a:t>Click to edit Master text styles</a:t>
            </a:r>
          </a:p>
        </p:txBody>
      </p:sp>
      <p:sp>
        <p:nvSpPr>
          <p:cNvPr id="9" name="Text Placeholder 7">
            <a:extLst>
              <a:ext uri="{FF2B5EF4-FFF2-40B4-BE49-F238E27FC236}">
                <a16:creationId xmlns:a16="http://schemas.microsoft.com/office/drawing/2014/main" id="{F7E343EC-ED78-194A-BA39-D29CD79A9296}"/>
              </a:ext>
            </a:extLst>
          </p:cNvPr>
          <p:cNvSpPr>
            <a:spLocks noGrp="1"/>
          </p:cNvSpPr>
          <p:nvPr>
            <p:ph type="body" sz="quarter" idx="43"/>
          </p:nvPr>
        </p:nvSpPr>
        <p:spPr>
          <a:xfrm>
            <a:off x="4132580" y="3972760"/>
            <a:ext cx="2973069" cy="676285"/>
          </a:xfrm>
        </p:spPr>
        <p:txBody>
          <a:bodyPr anchor="b">
            <a:noAutofit/>
          </a:bodyPr>
          <a:lstStyle>
            <a:lvl1pPr>
              <a:lnSpc>
                <a:spcPct val="100000"/>
              </a:lnSpc>
              <a:spcBef>
                <a:spcPts val="0"/>
              </a:spcBef>
              <a:defRPr sz="1800">
                <a:solidFill>
                  <a:schemeClr val="tx1"/>
                </a:solidFill>
              </a:defRPr>
            </a:lvl1pPr>
          </a:lstStyle>
          <a:p>
            <a:pPr lvl="0"/>
            <a:r>
              <a:rPr lang="en-GB" dirty="0"/>
              <a:t>Click to edit Master text styles</a:t>
            </a:r>
          </a:p>
        </p:txBody>
      </p:sp>
      <p:sp>
        <p:nvSpPr>
          <p:cNvPr id="3" name="Text Placeholder 2">
            <a:extLst>
              <a:ext uri="{FF2B5EF4-FFF2-40B4-BE49-F238E27FC236}">
                <a16:creationId xmlns:a16="http://schemas.microsoft.com/office/drawing/2014/main" id="{ECAE3D95-7186-A48C-FDE7-12469982525F}"/>
              </a:ext>
            </a:extLst>
          </p:cNvPr>
          <p:cNvSpPr>
            <a:spLocks noGrp="1"/>
          </p:cNvSpPr>
          <p:nvPr>
            <p:ph type="body" sz="quarter" idx="44"/>
          </p:nvPr>
        </p:nvSpPr>
        <p:spPr>
          <a:xfrm>
            <a:off x="587376" y="2581212"/>
            <a:ext cx="6518274" cy="931562"/>
          </a:xfrm>
        </p:spPr>
        <p:txBody>
          <a:bodyPr vert="horz" lIns="91440" tIns="45720" rIns="91440" bIns="45720" rtlCol="0">
            <a:noAutofit/>
          </a:bodyPr>
          <a:lstStyle>
            <a:lvl1pPr>
              <a:defRPr lang="en-US" sz="1600" b="0" dirty="0">
                <a:solidFill>
                  <a:schemeClr val="tx1"/>
                </a:solidFill>
              </a:defRPr>
            </a:lvl1pPr>
          </a:lstStyle>
          <a:p>
            <a:pPr lvl="0">
              <a:lnSpc>
                <a:spcPct val="100000"/>
              </a:lnSpc>
              <a:spcBef>
                <a:spcPts val="0"/>
              </a:spcBef>
            </a:pPr>
            <a:r>
              <a:rPr lang="en-US" dirty="0"/>
              <a:t>Click to edit Master text styles</a:t>
            </a:r>
          </a:p>
        </p:txBody>
      </p:sp>
      <p:sp>
        <p:nvSpPr>
          <p:cNvPr id="4" name="Text Placeholder 7">
            <a:extLst>
              <a:ext uri="{FF2B5EF4-FFF2-40B4-BE49-F238E27FC236}">
                <a16:creationId xmlns:a16="http://schemas.microsoft.com/office/drawing/2014/main" id="{1E66B988-4F69-9CB9-68B9-7A981CD74CE4}"/>
              </a:ext>
            </a:extLst>
          </p:cNvPr>
          <p:cNvSpPr>
            <a:spLocks noGrp="1"/>
          </p:cNvSpPr>
          <p:nvPr>
            <p:ph type="body" sz="quarter" idx="45"/>
          </p:nvPr>
        </p:nvSpPr>
        <p:spPr>
          <a:xfrm>
            <a:off x="587376" y="2187633"/>
            <a:ext cx="6518274" cy="360000"/>
          </a:xfrm>
        </p:spPr>
        <p:txBody>
          <a:bodyPr vert="horz" lIns="91440" tIns="45720" rIns="91440" bIns="45720" rtlCol="0" anchor="b">
            <a:noAutofit/>
          </a:bodyPr>
          <a:lstStyle>
            <a:lvl1pPr>
              <a:defRPr lang="en-GB" sz="1800" dirty="0">
                <a:solidFill>
                  <a:schemeClr val="tx1"/>
                </a:solidFill>
              </a:defRPr>
            </a:lvl1pPr>
          </a:lstStyle>
          <a:p>
            <a:pPr lvl="0">
              <a:lnSpc>
                <a:spcPct val="100000"/>
              </a:lnSpc>
              <a:spcBef>
                <a:spcPts val="0"/>
              </a:spcBef>
            </a:pPr>
            <a:r>
              <a:rPr lang="en-GB" dirty="0"/>
              <a:t>Click to edit Master text styles</a:t>
            </a:r>
          </a:p>
        </p:txBody>
      </p:sp>
    </p:spTree>
    <p:extLst>
      <p:ext uri="{BB962C8B-B14F-4D97-AF65-F5344CB8AC3E}">
        <p14:creationId xmlns:p14="http://schemas.microsoft.com/office/powerpoint/2010/main" val="40826002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 Text Boxes T22V5">
    <p:bg>
      <p:bgPr>
        <a:solidFill>
          <a:schemeClr val="bg2">
            <a:alpha val="30000"/>
          </a:schemeClr>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15" name="Picture Placeholder 26">
            <a:extLst>
              <a:ext uri="{FF2B5EF4-FFF2-40B4-BE49-F238E27FC236}">
                <a16:creationId xmlns:a16="http://schemas.microsoft.com/office/drawing/2014/main" id="{F77B9C28-4AE7-B5D8-A240-9DC6300B92F9}"/>
              </a:ext>
            </a:extLst>
          </p:cNvPr>
          <p:cNvSpPr>
            <a:spLocks noGrp="1"/>
          </p:cNvSpPr>
          <p:nvPr>
            <p:ph type="pic" sz="quarter" idx="13"/>
          </p:nvPr>
        </p:nvSpPr>
        <p:spPr>
          <a:xfrm>
            <a:off x="0" y="4473577"/>
            <a:ext cx="7735887" cy="1692275"/>
          </a:xfrm>
          <a:prstGeom prst="rect">
            <a:avLst/>
          </a:prstGeom>
          <a:pattFill prst="pct5">
            <a:fgClr>
              <a:schemeClr val="accent6"/>
            </a:fgClr>
            <a:bgClr>
              <a:schemeClr val="accent4"/>
            </a:bgClr>
          </a:pattFill>
        </p:spPr>
        <p:txBody>
          <a:bodyPr vert="horz" wrap="square" lIns="91440" tIns="45720" rIns="91440" bIns="45720" rtlCol="0" anchor="t">
            <a:noAutofit/>
          </a:bodyPr>
          <a:lstStyle>
            <a:lvl1pPr>
              <a:defRPr lang="en-ID" sz="1400" dirty="0"/>
            </a:lvl1pPr>
          </a:lstStyle>
          <a:p>
            <a:pPr lvl="0" algn="ctr"/>
            <a:endParaRPr lang="en-ID" dirty="0"/>
          </a:p>
        </p:txBody>
      </p:sp>
      <p:sp>
        <p:nvSpPr>
          <p:cNvPr id="2" name="Text Placeholder 2">
            <a:extLst>
              <a:ext uri="{FF2B5EF4-FFF2-40B4-BE49-F238E27FC236}">
                <a16:creationId xmlns:a16="http://schemas.microsoft.com/office/drawing/2014/main" id="{6FE85B72-50EA-4638-A493-F7F35B9F1D34}"/>
              </a:ext>
            </a:extLst>
          </p:cNvPr>
          <p:cNvSpPr>
            <a:spLocks noGrp="1"/>
          </p:cNvSpPr>
          <p:nvPr>
            <p:ph type="body" sz="quarter" idx="15"/>
          </p:nvPr>
        </p:nvSpPr>
        <p:spPr>
          <a:xfrm>
            <a:off x="587375" y="2834790"/>
            <a:ext cx="3279775" cy="1456224"/>
          </a:xfrm>
        </p:spPr>
        <p:txBody>
          <a:bodyPr>
            <a:noAutofit/>
          </a:bodyPr>
          <a:lstStyle>
            <a:lvl1pP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4" name="Text Placeholder 7">
            <a:extLst>
              <a:ext uri="{FF2B5EF4-FFF2-40B4-BE49-F238E27FC236}">
                <a16:creationId xmlns:a16="http://schemas.microsoft.com/office/drawing/2014/main" id="{15D09C35-FCB8-6F39-4E0C-2414281C3C67}"/>
              </a:ext>
            </a:extLst>
          </p:cNvPr>
          <p:cNvSpPr>
            <a:spLocks noGrp="1"/>
          </p:cNvSpPr>
          <p:nvPr>
            <p:ph type="body" sz="quarter" idx="16"/>
          </p:nvPr>
        </p:nvSpPr>
        <p:spPr>
          <a:xfrm>
            <a:off x="587375" y="2124927"/>
            <a:ext cx="3279775" cy="676285"/>
          </a:xfrm>
        </p:spPr>
        <p:txBody>
          <a:bodyPr anchor="b">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7" name="Title 1">
            <a:extLst>
              <a:ext uri="{FF2B5EF4-FFF2-40B4-BE49-F238E27FC236}">
                <a16:creationId xmlns:a16="http://schemas.microsoft.com/office/drawing/2014/main" id="{12E664BA-F337-DC5A-F85F-16D85D3CB011}"/>
              </a:ext>
            </a:extLst>
          </p:cNvPr>
          <p:cNvSpPr>
            <a:spLocks noGrp="1"/>
          </p:cNvSpPr>
          <p:nvPr>
            <p:ph type="title"/>
          </p:nvPr>
        </p:nvSpPr>
        <p:spPr>
          <a:xfrm>
            <a:off x="587375" y="584200"/>
            <a:ext cx="11017248" cy="1245650"/>
          </a:xfrm>
          <a:prstGeom prst="rect">
            <a:avLst/>
          </a:prstGeom>
        </p:spPr>
        <p:txBody>
          <a:bodyPr anchor="t">
            <a:noAutofit/>
          </a:bodyPr>
          <a:lstStyle>
            <a:lvl1pPr>
              <a:defRPr>
                <a:solidFill>
                  <a:schemeClr val="tx2"/>
                </a:solidFill>
              </a:defRPr>
            </a:lvl1pPr>
          </a:lstStyle>
          <a:p>
            <a:r>
              <a:rPr lang="en-US" dirty="0"/>
              <a:t>Click to edit Master title style</a:t>
            </a:r>
            <a:endParaRPr lang="en-ID" dirty="0"/>
          </a:p>
        </p:txBody>
      </p:sp>
      <p:sp>
        <p:nvSpPr>
          <p:cNvPr id="8" name="Text Placeholder 2">
            <a:extLst>
              <a:ext uri="{FF2B5EF4-FFF2-40B4-BE49-F238E27FC236}">
                <a16:creationId xmlns:a16="http://schemas.microsoft.com/office/drawing/2014/main" id="{B1813361-90D3-C522-4B96-5303E6F42E0E}"/>
              </a:ext>
            </a:extLst>
          </p:cNvPr>
          <p:cNvSpPr>
            <a:spLocks noGrp="1"/>
          </p:cNvSpPr>
          <p:nvPr>
            <p:ph type="body" sz="quarter" idx="42"/>
          </p:nvPr>
        </p:nvSpPr>
        <p:spPr>
          <a:xfrm>
            <a:off x="4456112" y="2834790"/>
            <a:ext cx="3279775" cy="1456224"/>
          </a:xfrm>
        </p:spPr>
        <p:txBody>
          <a:bodyPr>
            <a:noAutofit/>
          </a:bodyPr>
          <a:lstStyle>
            <a:lvl1pP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9" name="Text Placeholder 7">
            <a:extLst>
              <a:ext uri="{FF2B5EF4-FFF2-40B4-BE49-F238E27FC236}">
                <a16:creationId xmlns:a16="http://schemas.microsoft.com/office/drawing/2014/main" id="{3DCDE09F-4833-5D55-3EF1-15773E7C8C66}"/>
              </a:ext>
            </a:extLst>
          </p:cNvPr>
          <p:cNvSpPr>
            <a:spLocks noGrp="1"/>
          </p:cNvSpPr>
          <p:nvPr>
            <p:ph type="body" sz="quarter" idx="43"/>
          </p:nvPr>
        </p:nvSpPr>
        <p:spPr>
          <a:xfrm>
            <a:off x="4456112" y="2124927"/>
            <a:ext cx="3279775" cy="676285"/>
          </a:xfrm>
        </p:spPr>
        <p:txBody>
          <a:bodyPr anchor="b">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11" name="Text Placeholder 2">
            <a:extLst>
              <a:ext uri="{FF2B5EF4-FFF2-40B4-BE49-F238E27FC236}">
                <a16:creationId xmlns:a16="http://schemas.microsoft.com/office/drawing/2014/main" id="{F68F506B-CEDA-FB46-7CA9-F87B38450A67}"/>
              </a:ext>
            </a:extLst>
          </p:cNvPr>
          <p:cNvSpPr>
            <a:spLocks noGrp="1"/>
          </p:cNvSpPr>
          <p:nvPr>
            <p:ph type="body" sz="quarter" idx="44"/>
          </p:nvPr>
        </p:nvSpPr>
        <p:spPr>
          <a:xfrm>
            <a:off x="8324849" y="2834789"/>
            <a:ext cx="3279775" cy="3032607"/>
          </a:xfrm>
        </p:spPr>
        <p:txBody>
          <a:bodyPr>
            <a:noAutofit/>
          </a:bodyPr>
          <a:lstStyle>
            <a:lvl1pP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3" name="Text Placeholder 7">
            <a:extLst>
              <a:ext uri="{FF2B5EF4-FFF2-40B4-BE49-F238E27FC236}">
                <a16:creationId xmlns:a16="http://schemas.microsoft.com/office/drawing/2014/main" id="{F042622A-0FEC-3E67-99E6-92EF30BAD898}"/>
              </a:ext>
            </a:extLst>
          </p:cNvPr>
          <p:cNvSpPr>
            <a:spLocks noGrp="1"/>
          </p:cNvSpPr>
          <p:nvPr>
            <p:ph type="body" sz="quarter" idx="45"/>
          </p:nvPr>
        </p:nvSpPr>
        <p:spPr>
          <a:xfrm>
            <a:off x="8324849" y="2124927"/>
            <a:ext cx="3279775" cy="676285"/>
          </a:xfrm>
        </p:spPr>
        <p:txBody>
          <a:bodyPr anchor="b">
            <a:noAutofit/>
          </a:bodyPr>
          <a:lstStyle>
            <a:lvl1pPr>
              <a:lnSpc>
                <a:spcPct val="100000"/>
              </a:lnSpc>
              <a:spcBef>
                <a:spcPts val="0"/>
              </a:spcBef>
              <a:defRPr sz="1800">
                <a:solidFill>
                  <a:schemeClr val="tx2"/>
                </a:solidFill>
              </a:defRPr>
            </a:lvl1pPr>
          </a:lstStyle>
          <a:p>
            <a:pPr lvl="0"/>
            <a:r>
              <a:rPr lang="en-GB" dirty="0"/>
              <a:t>Click to edit Master text styles</a:t>
            </a:r>
          </a:p>
        </p:txBody>
      </p:sp>
    </p:spTree>
    <p:extLst>
      <p:ext uri="{BB962C8B-B14F-4D97-AF65-F5344CB8AC3E}">
        <p14:creationId xmlns:p14="http://schemas.microsoft.com/office/powerpoint/2010/main" val="7341712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 Text Boxes T22V6">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760E0440-1E94-D559-1ED4-A2B8D60E5C55}"/>
              </a:ext>
            </a:extLst>
          </p:cNvPr>
          <p:cNvSpPr>
            <a:spLocks noGrp="1"/>
          </p:cNvSpPr>
          <p:nvPr>
            <p:ph type="body" sz="quarter" idx="15"/>
          </p:nvPr>
        </p:nvSpPr>
        <p:spPr>
          <a:xfrm>
            <a:off x="587375" y="2834790"/>
            <a:ext cx="3279775" cy="1468924"/>
          </a:xfrm>
        </p:spPr>
        <p:txBody>
          <a:bodyPr>
            <a:noAutofit/>
          </a:bodyPr>
          <a:lstStyle>
            <a:lvl1pPr>
              <a:lnSpc>
                <a:spcPct val="100000"/>
              </a:lnSpc>
              <a:spcBef>
                <a:spcPts val="0"/>
              </a:spcBef>
              <a:defRPr sz="16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4" name="Text Placeholder 7">
            <a:extLst>
              <a:ext uri="{FF2B5EF4-FFF2-40B4-BE49-F238E27FC236}">
                <a16:creationId xmlns:a16="http://schemas.microsoft.com/office/drawing/2014/main" id="{979C810C-5A5A-3CB7-ECD9-C28533691DAE}"/>
              </a:ext>
            </a:extLst>
          </p:cNvPr>
          <p:cNvSpPr>
            <a:spLocks noGrp="1"/>
          </p:cNvSpPr>
          <p:nvPr>
            <p:ph type="body" sz="quarter" idx="16"/>
          </p:nvPr>
        </p:nvSpPr>
        <p:spPr>
          <a:xfrm>
            <a:off x="587375" y="2124927"/>
            <a:ext cx="3279775" cy="676285"/>
          </a:xfrm>
        </p:spPr>
        <p:txBody>
          <a:bodyPr anchor="b">
            <a:noAutofit/>
          </a:bodyPr>
          <a:lstStyle>
            <a:lvl1pPr>
              <a:lnSpc>
                <a:spcPct val="100000"/>
              </a:lnSpc>
              <a:spcBef>
                <a:spcPts val="0"/>
              </a:spcBef>
              <a:defRPr sz="1800">
                <a:solidFill>
                  <a:schemeClr val="tx1"/>
                </a:solidFill>
              </a:defRPr>
            </a:lvl1pPr>
          </a:lstStyle>
          <a:p>
            <a:pPr lvl="0"/>
            <a:r>
              <a:rPr lang="en-GB" dirty="0"/>
              <a:t>Click to edit Master text styles</a:t>
            </a:r>
          </a:p>
        </p:txBody>
      </p:sp>
      <p:sp>
        <p:nvSpPr>
          <p:cNvPr id="8" name="Title 1">
            <a:extLst>
              <a:ext uri="{FF2B5EF4-FFF2-40B4-BE49-F238E27FC236}">
                <a16:creationId xmlns:a16="http://schemas.microsoft.com/office/drawing/2014/main" id="{E5C9E36E-4965-1DDB-3DF3-3FF2BF10C373}"/>
              </a:ext>
            </a:extLst>
          </p:cNvPr>
          <p:cNvSpPr>
            <a:spLocks noGrp="1"/>
          </p:cNvSpPr>
          <p:nvPr>
            <p:ph type="title"/>
          </p:nvPr>
        </p:nvSpPr>
        <p:spPr>
          <a:xfrm>
            <a:off x="587375" y="584200"/>
            <a:ext cx="11017248" cy="1245650"/>
          </a:xfrm>
          <a:prstGeom prst="rect">
            <a:avLst/>
          </a:prstGeom>
        </p:spPr>
        <p:txBody>
          <a:bodyPr anchor="t">
            <a:noAutofit/>
          </a:bodyPr>
          <a:lstStyle>
            <a:lvl1pPr>
              <a:defRPr>
                <a:solidFill>
                  <a:schemeClr val="tx1"/>
                </a:solidFill>
              </a:defRPr>
            </a:lvl1pPr>
          </a:lstStyle>
          <a:p>
            <a:r>
              <a:rPr lang="en-US" dirty="0"/>
              <a:t>Click to edit Master title style</a:t>
            </a:r>
            <a:endParaRPr lang="en-ID" dirty="0"/>
          </a:p>
        </p:txBody>
      </p:sp>
      <p:sp>
        <p:nvSpPr>
          <p:cNvPr id="15" name="Text Placeholder 2">
            <a:extLst>
              <a:ext uri="{FF2B5EF4-FFF2-40B4-BE49-F238E27FC236}">
                <a16:creationId xmlns:a16="http://schemas.microsoft.com/office/drawing/2014/main" id="{3ECCD1F8-BE25-7057-D89F-10B1953DFDCB}"/>
              </a:ext>
            </a:extLst>
          </p:cNvPr>
          <p:cNvSpPr>
            <a:spLocks noGrp="1"/>
          </p:cNvSpPr>
          <p:nvPr>
            <p:ph type="body" sz="quarter" idx="42"/>
          </p:nvPr>
        </p:nvSpPr>
        <p:spPr>
          <a:xfrm>
            <a:off x="4456112" y="2834790"/>
            <a:ext cx="3279775" cy="1468924"/>
          </a:xfrm>
        </p:spPr>
        <p:txBody>
          <a:bodyPr>
            <a:noAutofit/>
          </a:bodyPr>
          <a:lstStyle>
            <a:lvl1pPr>
              <a:lnSpc>
                <a:spcPct val="100000"/>
              </a:lnSpc>
              <a:spcBef>
                <a:spcPts val="0"/>
              </a:spcBef>
              <a:defRPr sz="16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6" name="Text Placeholder 7">
            <a:extLst>
              <a:ext uri="{FF2B5EF4-FFF2-40B4-BE49-F238E27FC236}">
                <a16:creationId xmlns:a16="http://schemas.microsoft.com/office/drawing/2014/main" id="{66A01F51-A83B-DD10-5FAB-693B92EC01D1}"/>
              </a:ext>
            </a:extLst>
          </p:cNvPr>
          <p:cNvSpPr>
            <a:spLocks noGrp="1"/>
          </p:cNvSpPr>
          <p:nvPr>
            <p:ph type="body" sz="quarter" idx="43"/>
          </p:nvPr>
        </p:nvSpPr>
        <p:spPr>
          <a:xfrm>
            <a:off x="4456112" y="2124927"/>
            <a:ext cx="3279775" cy="676285"/>
          </a:xfrm>
        </p:spPr>
        <p:txBody>
          <a:bodyPr anchor="b">
            <a:noAutofit/>
          </a:bodyPr>
          <a:lstStyle>
            <a:lvl1pPr>
              <a:lnSpc>
                <a:spcPct val="100000"/>
              </a:lnSpc>
              <a:spcBef>
                <a:spcPts val="0"/>
              </a:spcBef>
              <a:defRPr sz="1800">
                <a:solidFill>
                  <a:schemeClr val="tx1"/>
                </a:solidFill>
              </a:defRPr>
            </a:lvl1pPr>
          </a:lstStyle>
          <a:p>
            <a:pPr lvl="0"/>
            <a:r>
              <a:rPr lang="en-GB" dirty="0"/>
              <a:t>Click to edit Master text styles</a:t>
            </a:r>
          </a:p>
        </p:txBody>
      </p:sp>
      <p:sp>
        <p:nvSpPr>
          <p:cNvPr id="17" name="Text Placeholder 2">
            <a:extLst>
              <a:ext uri="{FF2B5EF4-FFF2-40B4-BE49-F238E27FC236}">
                <a16:creationId xmlns:a16="http://schemas.microsoft.com/office/drawing/2014/main" id="{11631486-17E8-0D73-5A46-8B9DDA8D987F}"/>
              </a:ext>
            </a:extLst>
          </p:cNvPr>
          <p:cNvSpPr>
            <a:spLocks noGrp="1"/>
          </p:cNvSpPr>
          <p:nvPr>
            <p:ph type="body" sz="quarter" idx="44"/>
          </p:nvPr>
        </p:nvSpPr>
        <p:spPr>
          <a:xfrm>
            <a:off x="8324849" y="2834789"/>
            <a:ext cx="3279775" cy="3032607"/>
          </a:xfrm>
        </p:spPr>
        <p:txBody>
          <a:bodyPr>
            <a:noAutofit/>
          </a:bodyPr>
          <a:lstStyle>
            <a:lvl1pPr>
              <a:lnSpc>
                <a:spcPct val="100000"/>
              </a:lnSpc>
              <a:spcBef>
                <a:spcPts val="0"/>
              </a:spcBef>
              <a:defRPr sz="16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8" name="Text Placeholder 7">
            <a:extLst>
              <a:ext uri="{FF2B5EF4-FFF2-40B4-BE49-F238E27FC236}">
                <a16:creationId xmlns:a16="http://schemas.microsoft.com/office/drawing/2014/main" id="{EC39BF4B-A617-571D-FCD1-12CBA8451EBB}"/>
              </a:ext>
            </a:extLst>
          </p:cNvPr>
          <p:cNvSpPr>
            <a:spLocks noGrp="1"/>
          </p:cNvSpPr>
          <p:nvPr>
            <p:ph type="body" sz="quarter" idx="45"/>
          </p:nvPr>
        </p:nvSpPr>
        <p:spPr>
          <a:xfrm>
            <a:off x="8324849" y="2124927"/>
            <a:ext cx="3279775" cy="676285"/>
          </a:xfrm>
        </p:spPr>
        <p:txBody>
          <a:bodyPr anchor="b">
            <a:noAutofit/>
          </a:bodyPr>
          <a:lstStyle>
            <a:lvl1pPr>
              <a:lnSpc>
                <a:spcPct val="100000"/>
              </a:lnSpc>
              <a:spcBef>
                <a:spcPts val="0"/>
              </a:spcBef>
              <a:defRPr sz="1800">
                <a:solidFill>
                  <a:schemeClr val="tx1"/>
                </a:solidFill>
              </a:defRPr>
            </a:lvl1pPr>
          </a:lstStyle>
          <a:p>
            <a:pPr lvl="0"/>
            <a:r>
              <a:rPr lang="en-GB" dirty="0"/>
              <a:t>Click to edit Master text styles</a:t>
            </a:r>
          </a:p>
        </p:txBody>
      </p:sp>
      <p:sp>
        <p:nvSpPr>
          <p:cNvPr id="21" name="Picture Placeholder 26">
            <a:extLst>
              <a:ext uri="{FF2B5EF4-FFF2-40B4-BE49-F238E27FC236}">
                <a16:creationId xmlns:a16="http://schemas.microsoft.com/office/drawing/2014/main" id="{CDE2B61B-78DD-9E04-82CA-5BEE4090779B}"/>
              </a:ext>
            </a:extLst>
          </p:cNvPr>
          <p:cNvSpPr>
            <a:spLocks noGrp="1"/>
          </p:cNvSpPr>
          <p:nvPr>
            <p:ph type="pic" sz="quarter" idx="13"/>
          </p:nvPr>
        </p:nvSpPr>
        <p:spPr>
          <a:xfrm>
            <a:off x="0" y="4473577"/>
            <a:ext cx="7735887" cy="1692275"/>
          </a:xfrm>
          <a:prstGeom prst="rect">
            <a:avLst/>
          </a:prstGeom>
          <a:pattFill prst="pct5">
            <a:fgClr>
              <a:schemeClr val="accent6"/>
            </a:fgClr>
            <a:bgClr>
              <a:schemeClr val="accent4"/>
            </a:bgClr>
          </a:pattFill>
        </p:spPr>
        <p:txBody>
          <a:bodyPr vert="horz" wrap="square" lIns="91440" tIns="45720" rIns="91440" bIns="45720" rtlCol="0" anchor="t">
            <a:noAutofit/>
          </a:bodyPr>
          <a:lstStyle>
            <a:lvl1pPr>
              <a:defRPr lang="en-ID" sz="1400" dirty="0"/>
            </a:lvl1pPr>
          </a:lstStyle>
          <a:p>
            <a:pPr lvl="0" algn="ctr"/>
            <a:endParaRPr lang="en-ID" dirty="0"/>
          </a:p>
        </p:txBody>
      </p:sp>
    </p:spTree>
    <p:extLst>
      <p:ext uri="{BB962C8B-B14F-4D97-AF65-F5344CB8AC3E}">
        <p14:creationId xmlns:p14="http://schemas.microsoft.com/office/powerpoint/2010/main" val="9968284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 Text Boxes T23V1">
    <p:bg>
      <p:bgPr>
        <a:solidFill>
          <a:schemeClr val="bg2">
            <a:alpha val="30000"/>
          </a:schemeClr>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2" name="Text Placeholder 2">
            <a:extLst>
              <a:ext uri="{FF2B5EF4-FFF2-40B4-BE49-F238E27FC236}">
                <a16:creationId xmlns:a16="http://schemas.microsoft.com/office/drawing/2014/main" id="{6FE85B72-50EA-4638-A493-F7F35B9F1D34}"/>
              </a:ext>
            </a:extLst>
          </p:cNvPr>
          <p:cNvSpPr>
            <a:spLocks noGrp="1"/>
          </p:cNvSpPr>
          <p:nvPr>
            <p:ph type="body" sz="quarter" idx="15"/>
          </p:nvPr>
        </p:nvSpPr>
        <p:spPr>
          <a:xfrm>
            <a:off x="587375" y="2745890"/>
            <a:ext cx="4498973" cy="1091099"/>
          </a:xfrm>
        </p:spPr>
        <p:txBody>
          <a:bodyPr>
            <a:noAutofit/>
          </a:bodyPr>
          <a:lstStyle>
            <a:lvl1pP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4" name="Text Placeholder 7">
            <a:extLst>
              <a:ext uri="{FF2B5EF4-FFF2-40B4-BE49-F238E27FC236}">
                <a16:creationId xmlns:a16="http://schemas.microsoft.com/office/drawing/2014/main" id="{15D09C35-FCB8-6F39-4E0C-2414281C3C67}"/>
              </a:ext>
            </a:extLst>
          </p:cNvPr>
          <p:cNvSpPr>
            <a:spLocks noGrp="1"/>
          </p:cNvSpPr>
          <p:nvPr>
            <p:ph type="body" sz="quarter" idx="16"/>
          </p:nvPr>
        </p:nvSpPr>
        <p:spPr>
          <a:xfrm>
            <a:off x="587375" y="2127250"/>
            <a:ext cx="4498973" cy="585062"/>
          </a:xfrm>
        </p:spPr>
        <p:txBody>
          <a:bodyPr anchor="b">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7" name="Title 1">
            <a:extLst>
              <a:ext uri="{FF2B5EF4-FFF2-40B4-BE49-F238E27FC236}">
                <a16:creationId xmlns:a16="http://schemas.microsoft.com/office/drawing/2014/main" id="{12E664BA-F337-DC5A-F85F-16D85D3CB011}"/>
              </a:ext>
            </a:extLst>
          </p:cNvPr>
          <p:cNvSpPr>
            <a:spLocks noGrp="1"/>
          </p:cNvSpPr>
          <p:nvPr>
            <p:ph type="title"/>
          </p:nvPr>
        </p:nvSpPr>
        <p:spPr>
          <a:xfrm>
            <a:off x="587375" y="584200"/>
            <a:ext cx="11017248" cy="1245650"/>
          </a:xfrm>
          <a:prstGeom prst="rect">
            <a:avLst/>
          </a:prstGeom>
        </p:spPr>
        <p:txBody>
          <a:bodyPr anchor="t">
            <a:noAutofit/>
          </a:bodyPr>
          <a:lstStyle>
            <a:lvl1pPr>
              <a:defRPr>
                <a:solidFill>
                  <a:schemeClr val="tx2"/>
                </a:solidFill>
              </a:defRPr>
            </a:lvl1pPr>
          </a:lstStyle>
          <a:p>
            <a:r>
              <a:rPr lang="en-US" dirty="0"/>
              <a:t>Click to edit Master title style</a:t>
            </a:r>
            <a:endParaRPr lang="en-ID" dirty="0"/>
          </a:p>
        </p:txBody>
      </p:sp>
      <p:sp>
        <p:nvSpPr>
          <p:cNvPr id="12" name="Text Placeholder 2">
            <a:extLst>
              <a:ext uri="{FF2B5EF4-FFF2-40B4-BE49-F238E27FC236}">
                <a16:creationId xmlns:a16="http://schemas.microsoft.com/office/drawing/2014/main" id="{CAFD1D6C-AE04-808D-612F-40EFB7918D4C}"/>
              </a:ext>
            </a:extLst>
          </p:cNvPr>
          <p:cNvSpPr>
            <a:spLocks noGrp="1"/>
          </p:cNvSpPr>
          <p:nvPr>
            <p:ph type="body" sz="quarter" idx="42"/>
          </p:nvPr>
        </p:nvSpPr>
        <p:spPr>
          <a:xfrm>
            <a:off x="7105650" y="2745890"/>
            <a:ext cx="4498973" cy="1091099"/>
          </a:xfrm>
        </p:spPr>
        <p:txBody>
          <a:bodyPr>
            <a:noAutofit/>
          </a:bodyPr>
          <a:lstStyle>
            <a:lvl1pP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4" name="Text Placeholder 7">
            <a:extLst>
              <a:ext uri="{FF2B5EF4-FFF2-40B4-BE49-F238E27FC236}">
                <a16:creationId xmlns:a16="http://schemas.microsoft.com/office/drawing/2014/main" id="{B9BFF046-C6B3-704E-B035-ABC1264FC02B}"/>
              </a:ext>
            </a:extLst>
          </p:cNvPr>
          <p:cNvSpPr>
            <a:spLocks noGrp="1"/>
          </p:cNvSpPr>
          <p:nvPr>
            <p:ph type="body" sz="quarter" idx="43"/>
          </p:nvPr>
        </p:nvSpPr>
        <p:spPr>
          <a:xfrm>
            <a:off x="7105650" y="2127250"/>
            <a:ext cx="4498973" cy="585062"/>
          </a:xfrm>
        </p:spPr>
        <p:txBody>
          <a:bodyPr anchor="b">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22" name="Text Placeholder 2">
            <a:extLst>
              <a:ext uri="{FF2B5EF4-FFF2-40B4-BE49-F238E27FC236}">
                <a16:creationId xmlns:a16="http://schemas.microsoft.com/office/drawing/2014/main" id="{F2D4EB7C-C2FC-BEEC-3557-A612FA994EF3}"/>
              </a:ext>
            </a:extLst>
          </p:cNvPr>
          <p:cNvSpPr>
            <a:spLocks noGrp="1"/>
          </p:cNvSpPr>
          <p:nvPr>
            <p:ph type="body" sz="quarter" idx="44"/>
          </p:nvPr>
        </p:nvSpPr>
        <p:spPr>
          <a:xfrm>
            <a:off x="587375" y="4819165"/>
            <a:ext cx="4498973" cy="1091099"/>
          </a:xfrm>
        </p:spPr>
        <p:txBody>
          <a:bodyPr>
            <a:noAutofit/>
          </a:bodyPr>
          <a:lstStyle>
            <a:lvl1pP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23" name="Text Placeholder 7">
            <a:extLst>
              <a:ext uri="{FF2B5EF4-FFF2-40B4-BE49-F238E27FC236}">
                <a16:creationId xmlns:a16="http://schemas.microsoft.com/office/drawing/2014/main" id="{A9285CB3-161C-6A7A-A141-5BB6BA127282}"/>
              </a:ext>
            </a:extLst>
          </p:cNvPr>
          <p:cNvSpPr>
            <a:spLocks noGrp="1"/>
          </p:cNvSpPr>
          <p:nvPr>
            <p:ph type="body" sz="quarter" idx="45"/>
          </p:nvPr>
        </p:nvSpPr>
        <p:spPr>
          <a:xfrm>
            <a:off x="587375" y="4200525"/>
            <a:ext cx="4498973" cy="585062"/>
          </a:xfrm>
        </p:spPr>
        <p:txBody>
          <a:bodyPr anchor="b">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24" name="Text Placeholder 2">
            <a:extLst>
              <a:ext uri="{FF2B5EF4-FFF2-40B4-BE49-F238E27FC236}">
                <a16:creationId xmlns:a16="http://schemas.microsoft.com/office/drawing/2014/main" id="{245C84EC-2B74-6F17-7B19-182766D7B5C6}"/>
              </a:ext>
            </a:extLst>
          </p:cNvPr>
          <p:cNvSpPr>
            <a:spLocks noGrp="1"/>
          </p:cNvSpPr>
          <p:nvPr>
            <p:ph type="body" sz="quarter" idx="46"/>
          </p:nvPr>
        </p:nvSpPr>
        <p:spPr>
          <a:xfrm>
            <a:off x="7105650" y="4819165"/>
            <a:ext cx="4498973" cy="1091099"/>
          </a:xfrm>
        </p:spPr>
        <p:txBody>
          <a:bodyPr>
            <a:noAutofit/>
          </a:bodyPr>
          <a:lstStyle>
            <a:lvl1pP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25" name="Text Placeholder 7">
            <a:extLst>
              <a:ext uri="{FF2B5EF4-FFF2-40B4-BE49-F238E27FC236}">
                <a16:creationId xmlns:a16="http://schemas.microsoft.com/office/drawing/2014/main" id="{D7442B0E-6319-E126-2707-8CE6E53B193D}"/>
              </a:ext>
            </a:extLst>
          </p:cNvPr>
          <p:cNvSpPr>
            <a:spLocks noGrp="1"/>
          </p:cNvSpPr>
          <p:nvPr>
            <p:ph type="body" sz="quarter" idx="47"/>
          </p:nvPr>
        </p:nvSpPr>
        <p:spPr>
          <a:xfrm>
            <a:off x="7105650" y="4200525"/>
            <a:ext cx="4498973" cy="585062"/>
          </a:xfrm>
        </p:spPr>
        <p:txBody>
          <a:bodyPr anchor="b">
            <a:noAutofit/>
          </a:bodyPr>
          <a:lstStyle>
            <a:lvl1pPr>
              <a:lnSpc>
                <a:spcPct val="100000"/>
              </a:lnSpc>
              <a:spcBef>
                <a:spcPts val="0"/>
              </a:spcBef>
              <a:defRPr sz="1800">
                <a:solidFill>
                  <a:schemeClr val="tx2"/>
                </a:solidFill>
              </a:defRPr>
            </a:lvl1pPr>
          </a:lstStyle>
          <a:p>
            <a:pPr lvl="0"/>
            <a:r>
              <a:rPr lang="en-GB" dirty="0"/>
              <a:t>Click to edit Master text styles</a:t>
            </a:r>
          </a:p>
        </p:txBody>
      </p:sp>
    </p:spTree>
    <p:extLst>
      <p:ext uri="{BB962C8B-B14F-4D97-AF65-F5344CB8AC3E}">
        <p14:creationId xmlns:p14="http://schemas.microsoft.com/office/powerpoint/2010/main" val="15618605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 Text Boxes T23V2">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2" name="Text Placeholder 2">
            <a:extLst>
              <a:ext uri="{FF2B5EF4-FFF2-40B4-BE49-F238E27FC236}">
                <a16:creationId xmlns:a16="http://schemas.microsoft.com/office/drawing/2014/main" id="{6FE85B72-50EA-4638-A493-F7F35B9F1D34}"/>
              </a:ext>
            </a:extLst>
          </p:cNvPr>
          <p:cNvSpPr>
            <a:spLocks noGrp="1"/>
          </p:cNvSpPr>
          <p:nvPr>
            <p:ph type="body" sz="quarter" idx="15"/>
          </p:nvPr>
        </p:nvSpPr>
        <p:spPr>
          <a:xfrm>
            <a:off x="587375" y="2745890"/>
            <a:ext cx="4498973" cy="1091099"/>
          </a:xfrm>
        </p:spPr>
        <p:txBody>
          <a:bodyPr vert="horz" lIns="91440" tIns="45720" rIns="91440" bIns="45720" rtlCol="0">
            <a:noAutofit/>
          </a:bodyPr>
          <a:lstStyle>
            <a:lvl1pPr>
              <a:defRPr lang="en-US" sz="1600" b="0" dirty="0">
                <a:solidFill>
                  <a:schemeClr val="tx1"/>
                </a:solidFill>
              </a:defRPr>
            </a:lvl1pPr>
          </a:lstStyle>
          <a:p>
            <a:pPr lvl="0">
              <a:lnSpc>
                <a:spcPct val="100000"/>
              </a:lnSpc>
              <a:spcBef>
                <a:spcPts val="0"/>
              </a:spcBef>
            </a:pPr>
            <a:r>
              <a:rPr lang="en-US" dirty="0"/>
              <a:t>Click to edit Master text styles</a:t>
            </a:r>
          </a:p>
        </p:txBody>
      </p:sp>
      <p:sp>
        <p:nvSpPr>
          <p:cNvPr id="4" name="Text Placeholder 7">
            <a:extLst>
              <a:ext uri="{FF2B5EF4-FFF2-40B4-BE49-F238E27FC236}">
                <a16:creationId xmlns:a16="http://schemas.microsoft.com/office/drawing/2014/main" id="{15D09C35-FCB8-6F39-4E0C-2414281C3C67}"/>
              </a:ext>
            </a:extLst>
          </p:cNvPr>
          <p:cNvSpPr>
            <a:spLocks noGrp="1"/>
          </p:cNvSpPr>
          <p:nvPr>
            <p:ph type="body" sz="quarter" idx="16"/>
          </p:nvPr>
        </p:nvSpPr>
        <p:spPr>
          <a:xfrm>
            <a:off x="587375" y="2127250"/>
            <a:ext cx="4498973" cy="585062"/>
          </a:xfrm>
        </p:spPr>
        <p:txBody>
          <a:bodyPr vert="horz" lIns="91440" tIns="45720" rIns="91440" bIns="45720" rtlCol="0" anchor="b">
            <a:noAutofit/>
          </a:bodyPr>
          <a:lstStyle>
            <a:lvl1pPr>
              <a:defRPr lang="en-GB" sz="1800" dirty="0">
                <a:solidFill>
                  <a:schemeClr val="tx1"/>
                </a:solidFill>
              </a:defRPr>
            </a:lvl1pPr>
          </a:lstStyle>
          <a:p>
            <a:pPr lvl="0">
              <a:lnSpc>
                <a:spcPct val="100000"/>
              </a:lnSpc>
              <a:spcBef>
                <a:spcPts val="0"/>
              </a:spcBef>
            </a:pPr>
            <a:r>
              <a:rPr lang="en-GB" dirty="0"/>
              <a:t>Click to edit Master text styles</a:t>
            </a:r>
          </a:p>
        </p:txBody>
      </p:sp>
      <p:sp>
        <p:nvSpPr>
          <p:cNvPr id="7" name="Title 1">
            <a:extLst>
              <a:ext uri="{FF2B5EF4-FFF2-40B4-BE49-F238E27FC236}">
                <a16:creationId xmlns:a16="http://schemas.microsoft.com/office/drawing/2014/main" id="{12E664BA-F337-DC5A-F85F-16D85D3CB011}"/>
              </a:ext>
            </a:extLst>
          </p:cNvPr>
          <p:cNvSpPr>
            <a:spLocks noGrp="1"/>
          </p:cNvSpPr>
          <p:nvPr>
            <p:ph type="title"/>
          </p:nvPr>
        </p:nvSpPr>
        <p:spPr>
          <a:xfrm>
            <a:off x="587375" y="584200"/>
            <a:ext cx="11017248" cy="1245650"/>
          </a:xfrm>
          <a:prstGeom prst="rect">
            <a:avLst/>
          </a:prstGeom>
        </p:spPr>
        <p:txBody>
          <a:bodyPr vert="horz" lIns="91440" tIns="45720" rIns="91440" bIns="45720" rtlCol="0" anchor="t">
            <a:noAutofit/>
          </a:bodyPr>
          <a:lstStyle>
            <a:lvl1pPr>
              <a:defRPr lang="en-ID" dirty="0">
                <a:solidFill>
                  <a:schemeClr val="tx1"/>
                </a:solidFill>
              </a:defRPr>
            </a:lvl1pPr>
          </a:lstStyle>
          <a:p>
            <a:pPr lvl="0"/>
            <a:r>
              <a:rPr lang="en-US" dirty="0"/>
              <a:t>Click to edit Master title style</a:t>
            </a:r>
            <a:endParaRPr lang="en-ID" dirty="0"/>
          </a:p>
        </p:txBody>
      </p:sp>
      <p:sp>
        <p:nvSpPr>
          <p:cNvPr id="12" name="Text Placeholder 2">
            <a:extLst>
              <a:ext uri="{FF2B5EF4-FFF2-40B4-BE49-F238E27FC236}">
                <a16:creationId xmlns:a16="http://schemas.microsoft.com/office/drawing/2014/main" id="{CAFD1D6C-AE04-808D-612F-40EFB7918D4C}"/>
              </a:ext>
            </a:extLst>
          </p:cNvPr>
          <p:cNvSpPr>
            <a:spLocks noGrp="1"/>
          </p:cNvSpPr>
          <p:nvPr>
            <p:ph type="body" sz="quarter" idx="42"/>
          </p:nvPr>
        </p:nvSpPr>
        <p:spPr>
          <a:xfrm>
            <a:off x="7105650" y="2745890"/>
            <a:ext cx="4498973" cy="1091099"/>
          </a:xfrm>
        </p:spPr>
        <p:txBody>
          <a:bodyPr vert="horz" lIns="91440" tIns="45720" rIns="91440" bIns="45720" rtlCol="0">
            <a:noAutofit/>
          </a:bodyPr>
          <a:lstStyle>
            <a:lvl1pPr>
              <a:defRPr lang="en-US" sz="1600" b="0" dirty="0">
                <a:solidFill>
                  <a:schemeClr val="tx1"/>
                </a:solidFill>
              </a:defRPr>
            </a:lvl1pPr>
          </a:lstStyle>
          <a:p>
            <a:pPr lvl="0">
              <a:lnSpc>
                <a:spcPct val="100000"/>
              </a:lnSpc>
              <a:spcBef>
                <a:spcPts val="0"/>
              </a:spcBef>
            </a:pPr>
            <a:r>
              <a:rPr lang="en-US" dirty="0"/>
              <a:t>Click to edit Master text styles</a:t>
            </a:r>
          </a:p>
        </p:txBody>
      </p:sp>
      <p:sp>
        <p:nvSpPr>
          <p:cNvPr id="14" name="Text Placeholder 7">
            <a:extLst>
              <a:ext uri="{FF2B5EF4-FFF2-40B4-BE49-F238E27FC236}">
                <a16:creationId xmlns:a16="http://schemas.microsoft.com/office/drawing/2014/main" id="{B9BFF046-C6B3-704E-B035-ABC1264FC02B}"/>
              </a:ext>
            </a:extLst>
          </p:cNvPr>
          <p:cNvSpPr>
            <a:spLocks noGrp="1"/>
          </p:cNvSpPr>
          <p:nvPr>
            <p:ph type="body" sz="quarter" idx="43"/>
          </p:nvPr>
        </p:nvSpPr>
        <p:spPr>
          <a:xfrm>
            <a:off x="7105650" y="2127250"/>
            <a:ext cx="4498973" cy="585062"/>
          </a:xfrm>
        </p:spPr>
        <p:txBody>
          <a:bodyPr vert="horz" lIns="91440" tIns="45720" rIns="91440" bIns="45720" rtlCol="0" anchor="b">
            <a:noAutofit/>
          </a:bodyPr>
          <a:lstStyle>
            <a:lvl1pPr>
              <a:defRPr lang="en-GB" sz="1800" dirty="0">
                <a:solidFill>
                  <a:schemeClr val="tx1"/>
                </a:solidFill>
              </a:defRPr>
            </a:lvl1pPr>
          </a:lstStyle>
          <a:p>
            <a:pPr lvl="0">
              <a:lnSpc>
                <a:spcPct val="100000"/>
              </a:lnSpc>
              <a:spcBef>
                <a:spcPts val="0"/>
              </a:spcBef>
            </a:pPr>
            <a:r>
              <a:rPr lang="en-GB" dirty="0"/>
              <a:t>Click to edit Master text styles</a:t>
            </a:r>
          </a:p>
        </p:txBody>
      </p:sp>
      <p:sp>
        <p:nvSpPr>
          <p:cNvPr id="22" name="Text Placeholder 2">
            <a:extLst>
              <a:ext uri="{FF2B5EF4-FFF2-40B4-BE49-F238E27FC236}">
                <a16:creationId xmlns:a16="http://schemas.microsoft.com/office/drawing/2014/main" id="{F2D4EB7C-C2FC-BEEC-3557-A612FA994EF3}"/>
              </a:ext>
            </a:extLst>
          </p:cNvPr>
          <p:cNvSpPr>
            <a:spLocks noGrp="1"/>
          </p:cNvSpPr>
          <p:nvPr>
            <p:ph type="body" sz="quarter" idx="44"/>
          </p:nvPr>
        </p:nvSpPr>
        <p:spPr>
          <a:xfrm>
            <a:off x="587375" y="4819165"/>
            <a:ext cx="4498973" cy="1091099"/>
          </a:xfrm>
        </p:spPr>
        <p:txBody>
          <a:bodyPr vert="horz" lIns="91440" tIns="45720" rIns="91440" bIns="45720" rtlCol="0">
            <a:noAutofit/>
          </a:bodyPr>
          <a:lstStyle>
            <a:lvl1pPr>
              <a:defRPr lang="en-US" sz="1600" b="0" dirty="0">
                <a:solidFill>
                  <a:schemeClr val="tx1"/>
                </a:solidFill>
              </a:defRPr>
            </a:lvl1pPr>
          </a:lstStyle>
          <a:p>
            <a:pPr lvl="0">
              <a:lnSpc>
                <a:spcPct val="100000"/>
              </a:lnSpc>
              <a:spcBef>
                <a:spcPts val="0"/>
              </a:spcBef>
            </a:pPr>
            <a:r>
              <a:rPr lang="en-US" dirty="0"/>
              <a:t>Click to edit Master text styles</a:t>
            </a:r>
          </a:p>
        </p:txBody>
      </p:sp>
      <p:sp>
        <p:nvSpPr>
          <p:cNvPr id="23" name="Text Placeholder 7">
            <a:extLst>
              <a:ext uri="{FF2B5EF4-FFF2-40B4-BE49-F238E27FC236}">
                <a16:creationId xmlns:a16="http://schemas.microsoft.com/office/drawing/2014/main" id="{A9285CB3-161C-6A7A-A141-5BB6BA127282}"/>
              </a:ext>
            </a:extLst>
          </p:cNvPr>
          <p:cNvSpPr>
            <a:spLocks noGrp="1"/>
          </p:cNvSpPr>
          <p:nvPr>
            <p:ph type="body" sz="quarter" idx="45"/>
          </p:nvPr>
        </p:nvSpPr>
        <p:spPr>
          <a:xfrm>
            <a:off x="587375" y="4200525"/>
            <a:ext cx="4498973" cy="585062"/>
          </a:xfrm>
        </p:spPr>
        <p:txBody>
          <a:bodyPr vert="horz" lIns="91440" tIns="45720" rIns="91440" bIns="45720" rtlCol="0" anchor="b">
            <a:noAutofit/>
          </a:bodyPr>
          <a:lstStyle>
            <a:lvl1pPr>
              <a:defRPr lang="en-GB" sz="1800" dirty="0">
                <a:solidFill>
                  <a:schemeClr val="tx1"/>
                </a:solidFill>
              </a:defRPr>
            </a:lvl1pPr>
          </a:lstStyle>
          <a:p>
            <a:pPr lvl="0">
              <a:lnSpc>
                <a:spcPct val="100000"/>
              </a:lnSpc>
              <a:spcBef>
                <a:spcPts val="0"/>
              </a:spcBef>
            </a:pPr>
            <a:r>
              <a:rPr lang="en-GB" dirty="0"/>
              <a:t>Click to edit Master text styles</a:t>
            </a:r>
          </a:p>
        </p:txBody>
      </p:sp>
      <p:sp>
        <p:nvSpPr>
          <p:cNvPr id="24" name="Text Placeholder 2">
            <a:extLst>
              <a:ext uri="{FF2B5EF4-FFF2-40B4-BE49-F238E27FC236}">
                <a16:creationId xmlns:a16="http://schemas.microsoft.com/office/drawing/2014/main" id="{245C84EC-2B74-6F17-7B19-182766D7B5C6}"/>
              </a:ext>
            </a:extLst>
          </p:cNvPr>
          <p:cNvSpPr>
            <a:spLocks noGrp="1"/>
          </p:cNvSpPr>
          <p:nvPr>
            <p:ph type="body" sz="quarter" idx="46"/>
          </p:nvPr>
        </p:nvSpPr>
        <p:spPr>
          <a:xfrm>
            <a:off x="7105650" y="4819165"/>
            <a:ext cx="4498973" cy="1091099"/>
          </a:xfrm>
        </p:spPr>
        <p:txBody>
          <a:bodyPr vert="horz" lIns="91440" tIns="45720" rIns="91440" bIns="45720" rtlCol="0">
            <a:noAutofit/>
          </a:bodyPr>
          <a:lstStyle>
            <a:lvl1pPr>
              <a:defRPr lang="en-US" sz="1600" b="0" dirty="0">
                <a:solidFill>
                  <a:schemeClr val="tx1"/>
                </a:solidFill>
              </a:defRPr>
            </a:lvl1pPr>
          </a:lstStyle>
          <a:p>
            <a:pPr lvl="0">
              <a:lnSpc>
                <a:spcPct val="100000"/>
              </a:lnSpc>
              <a:spcBef>
                <a:spcPts val="0"/>
              </a:spcBef>
            </a:pPr>
            <a:r>
              <a:rPr lang="en-US" dirty="0"/>
              <a:t>Click to edit Master text styles</a:t>
            </a:r>
          </a:p>
        </p:txBody>
      </p:sp>
      <p:sp>
        <p:nvSpPr>
          <p:cNvPr id="25" name="Text Placeholder 7">
            <a:extLst>
              <a:ext uri="{FF2B5EF4-FFF2-40B4-BE49-F238E27FC236}">
                <a16:creationId xmlns:a16="http://schemas.microsoft.com/office/drawing/2014/main" id="{D7442B0E-6319-E126-2707-8CE6E53B193D}"/>
              </a:ext>
            </a:extLst>
          </p:cNvPr>
          <p:cNvSpPr>
            <a:spLocks noGrp="1"/>
          </p:cNvSpPr>
          <p:nvPr>
            <p:ph type="body" sz="quarter" idx="47"/>
          </p:nvPr>
        </p:nvSpPr>
        <p:spPr>
          <a:xfrm>
            <a:off x="7105650" y="4200525"/>
            <a:ext cx="4498973" cy="585062"/>
          </a:xfrm>
        </p:spPr>
        <p:txBody>
          <a:bodyPr vert="horz" lIns="91440" tIns="45720" rIns="91440" bIns="45720" rtlCol="0" anchor="b">
            <a:noAutofit/>
          </a:bodyPr>
          <a:lstStyle>
            <a:lvl1pPr>
              <a:defRPr lang="en-GB" sz="1800" dirty="0">
                <a:solidFill>
                  <a:schemeClr val="tx1"/>
                </a:solidFill>
              </a:defRPr>
            </a:lvl1pPr>
          </a:lstStyle>
          <a:p>
            <a:pPr lvl="0">
              <a:lnSpc>
                <a:spcPct val="100000"/>
              </a:lnSpc>
              <a:spcBef>
                <a:spcPts val="0"/>
              </a:spcBef>
            </a:pPr>
            <a:r>
              <a:rPr lang="en-GB" dirty="0"/>
              <a:t>Click to edit Master text styles</a:t>
            </a:r>
          </a:p>
        </p:txBody>
      </p:sp>
    </p:spTree>
    <p:extLst>
      <p:ext uri="{BB962C8B-B14F-4D97-AF65-F5344CB8AC3E}">
        <p14:creationId xmlns:p14="http://schemas.microsoft.com/office/powerpoint/2010/main" val="19122526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able with Contents C40V1">
    <p:bg>
      <p:bgPr>
        <a:solidFill>
          <a:schemeClr val="bg2">
            <a:alpha val="30000"/>
          </a:schemeClr>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0D78536D-56B8-C8AB-E6BB-E0331088471C}"/>
              </a:ext>
            </a:extLst>
          </p:cNvPr>
          <p:cNvSpPr>
            <a:spLocks noGrp="1"/>
          </p:cNvSpPr>
          <p:nvPr>
            <p:ph type="title"/>
          </p:nvPr>
        </p:nvSpPr>
        <p:spPr>
          <a:xfrm>
            <a:off x="587375" y="584201"/>
            <a:ext cx="11017248" cy="798639"/>
          </a:xfrm>
          <a:prstGeom prst="rect">
            <a:avLst/>
          </a:prstGeom>
        </p:spPr>
        <p:txBody>
          <a:bodyPr anchor="t">
            <a:noAutofit/>
          </a:bodyPr>
          <a:lstStyle>
            <a:lvl1pPr>
              <a:defRPr>
                <a:solidFill>
                  <a:schemeClr val="tx2"/>
                </a:solidFill>
              </a:defRPr>
            </a:lvl1pPr>
          </a:lstStyle>
          <a:p>
            <a:r>
              <a:rPr lang="en-US" dirty="0"/>
              <a:t>Click to edit Master title style</a:t>
            </a:r>
            <a:endParaRPr lang="en-ID" dirty="0"/>
          </a:p>
        </p:txBody>
      </p:sp>
      <p:sp>
        <p:nvSpPr>
          <p:cNvPr id="2" name="Text Placeholder 2">
            <a:extLst>
              <a:ext uri="{FF2B5EF4-FFF2-40B4-BE49-F238E27FC236}">
                <a16:creationId xmlns:a16="http://schemas.microsoft.com/office/drawing/2014/main" id="{A0BB81D2-6F83-6C7F-49EA-F0A494CA154B}"/>
              </a:ext>
            </a:extLst>
          </p:cNvPr>
          <p:cNvSpPr>
            <a:spLocks noGrp="1"/>
          </p:cNvSpPr>
          <p:nvPr>
            <p:ph type="body" sz="quarter" idx="15"/>
          </p:nvPr>
        </p:nvSpPr>
        <p:spPr>
          <a:xfrm>
            <a:off x="587375" y="1678975"/>
            <a:ext cx="11017249" cy="847137"/>
          </a:xfrm>
        </p:spPr>
        <p:txBody>
          <a:bodyPr>
            <a:noAutofit/>
          </a:bodyPr>
          <a:lstStyle>
            <a:lvl1pP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8" name="Table Placeholder 7">
            <a:extLst>
              <a:ext uri="{FF2B5EF4-FFF2-40B4-BE49-F238E27FC236}">
                <a16:creationId xmlns:a16="http://schemas.microsoft.com/office/drawing/2014/main" id="{22870F8E-4953-D58B-BA98-E84672D2A138}"/>
              </a:ext>
            </a:extLst>
          </p:cNvPr>
          <p:cNvSpPr>
            <a:spLocks noGrp="1"/>
          </p:cNvSpPr>
          <p:nvPr>
            <p:ph type="tbl" sz="quarter" idx="42"/>
          </p:nvPr>
        </p:nvSpPr>
        <p:spPr>
          <a:xfrm>
            <a:off x="587375" y="2822247"/>
            <a:ext cx="11017250" cy="3205491"/>
          </a:xfrm>
        </p:spPr>
        <p:txBody>
          <a:bodyPr/>
          <a:lstStyle/>
          <a:p>
            <a:endParaRPr lang="en-GB"/>
          </a:p>
        </p:txBody>
      </p:sp>
    </p:spTree>
    <p:extLst>
      <p:ext uri="{BB962C8B-B14F-4D97-AF65-F5344CB8AC3E}">
        <p14:creationId xmlns:p14="http://schemas.microsoft.com/office/powerpoint/2010/main" val="32563690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able with Contents C40V2">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BE2B705-AC7B-B5AA-6133-E1B293F026E0}"/>
              </a:ext>
            </a:extLst>
          </p:cNvPr>
          <p:cNvSpPr>
            <a:spLocks noGrp="1"/>
          </p:cNvSpPr>
          <p:nvPr>
            <p:ph type="title"/>
          </p:nvPr>
        </p:nvSpPr>
        <p:spPr>
          <a:xfrm>
            <a:off x="587375" y="584201"/>
            <a:ext cx="11017248" cy="798639"/>
          </a:xfrm>
          <a:prstGeom prst="rect">
            <a:avLst/>
          </a:prstGeom>
        </p:spPr>
        <p:txBody>
          <a:bodyPr vert="horz" lIns="91440" tIns="45720" rIns="91440" bIns="45720" rtlCol="0" anchor="t">
            <a:noAutofit/>
          </a:bodyPr>
          <a:lstStyle>
            <a:lvl1pPr>
              <a:defRPr lang="en-ID" dirty="0">
                <a:solidFill>
                  <a:schemeClr val="tx1"/>
                </a:solidFill>
              </a:defRPr>
            </a:lvl1pPr>
          </a:lstStyle>
          <a:p>
            <a:pPr lvl="0"/>
            <a:r>
              <a:rPr lang="en-US" dirty="0"/>
              <a:t>Click to edit Master title style</a:t>
            </a:r>
            <a:endParaRPr lang="en-ID" dirty="0"/>
          </a:p>
        </p:txBody>
      </p:sp>
      <p:sp>
        <p:nvSpPr>
          <p:cNvPr id="8" name="Text Placeholder 2">
            <a:extLst>
              <a:ext uri="{FF2B5EF4-FFF2-40B4-BE49-F238E27FC236}">
                <a16:creationId xmlns:a16="http://schemas.microsoft.com/office/drawing/2014/main" id="{2D13E320-5A1C-1AC3-A591-89147CD7225F}"/>
              </a:ext>
            </a:extLst>
          </p:cNvPr>
          <p:cNvSpPr>
            <a:spLocks noGrp="1"/>
          </p:cNvSpPr>
          <p:nvPr>
            <p:ph type="body" sz="quarter" idx="15"/>
          </p:nvPr>
        </p:nvSpPr>
        <p:spPr>
          <a:xfrm>
            <a:off x="587375" y="1678975"/>
            <a:ext cx="11017249" cy="847137"/>
          </a:xfrm>
        </p:spPr>
        <p:txBody>
          <a:bodyPr>
            <a:noAutofit/>
          </a:bodyPr>
          <a:lstStyle>
            <a:lvl1pPr>
              <a:lnSpc>
                <a:spcPct val="100000"/>
              </a:lnSpc>
              <a:spcBef>
                <a:spcPts val="0"/>
              </a:spcBef>
              <a:defRPr sz="16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9" name="Table Placeholder 7">
            <a:extLst>
              <a:ext uri="{FF2B5EF4-FFF2-40B4-BE49-F238E27FC236}">
                <a16:creationId xmlns:a16="http://schemas.microsoft.com/office/drawing/2014/main" id="{5C89B0ED-4082-6CA5-6DFF-45D41DC3AAF8}"/>
              </a:ext>
            </a:extLst>
          </p:cNvPr>
          <p:cNvSpPr>
            <a:spLocks noGrp="1"/>
          </p:cNvSpPr>
          <p:nvPr>
            <p:ph type="tbl" sz="quarter" idx="42"/>
          </p:nvPr>
        </p:nvSpPr>
        <p:spPr>
          <a:xfrm>
            <a:off x="587375" y="2822247"/>
            <a:ext cx="11017250" cy="3205491"/>
          </a:xfrm>
        </p:spPr>
        <p:txBody>
          <a:bodyPr/>
          <a:lstStyle>
            <a:lvl1pPr>
              <a:defRPr>
                <a:solidFill>
                  <a:schemeClr val="bg1">
                    <a:lumMod val="85000"/>
                  </a:schemeClr>
                </a:solidFill>
              </a:defRPr>
            </a:lvl1pPr>
          </a:lstStyle>
          <a:p>
            <a:endParaRPr lang="en-GB"/>
          </a:p>
        </p:txBody>
      </p:sp>
    </p:spTree>
    <p:extLst>
      <p:ext uri="{BB962C8B-B14F-4D97-AF65-F5344CB8AC3E}">
        <p14:creationId xmlns:p14="http://schemas.microsoft.com/office/powerpoint/2010/main" val="32830282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 Radial Bars C41V1">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C19E034C-1D99-06F7-97F5-2AC8D9ABDEAB}"/>
              </a:ext>
            </a:extLst>
          </p:cNvPr>
          <p:cNvSpPr>
            <a:spLocks noGrp="1"/>
          </p:cNvSpPr>
          <p:nvPr>
            <p:ph type="title"/>
          </p:nvPr>
        </p:nvSpPr>
        <p:spPr>
          <a:xfrm>
            <a:off x="587375" y="584201"/>
            <a:ext cx="11017248" cy="798639"/>
          </a:xfrm>
          <a:prstGeom prst="rect">
            <a:avLst/>
          </a:prstGeom>
        </p:spPr>
        <p:txBody>
          <a:bodyPr anchor="t">
            <a:noAutofit/>
          </a:bodyPr>
          <a:lstStyle>
            <a:lvl1pPr>
              <a:defRPr>
                <a:solidFill>
                  <a:schemeClr val="tx1"/>
                </a:solidFill>
              </a:defRPr>
            </a:lvl1pPr>
          </a:lstStyle>
          <a:p>
            <a:r>
              <a:rPr lang="en-US" dirty="0"/>
              <a:t>Click to edit Master title style</a:t>
            </a:r>
            <a:endParaRPr lang="en-ID" dirty="0"/>
          </a:p>
        </p:txBody>
      </p:sp>
      <p:sp>
        <p:nvSpPr>
          <p:cNvPr id="52" name="Picture Placeholder 8">
            <a:extLst>
              <a:ext uri="{FF2B5EF4-FFF2-40B4-BE49-F238E27FC236}">
                <a16:creationId xmlns:a16="http://schemas.microsoft.com/office/drawing/2014/main" id="{CC9075AB-F354-A157-9323-6F97BD3EFAE0}"/>
              </a:ext>
            </a:extLst>
          </p:cNvPr>
          <p:cNvSpPr>
            <a:spLocks noGrp="1"/>
          </p:cNvSpPr>
          <p:nvPr>
            <p:ph type="pic" sz="quarter" idx="28"/>
          </p:nvPr>
        </p:nvSpPr>
        <p:spPr>
          <a:xfrm>
            <a:off x="4896002" y="1711314"/>
            <a:ext cx="2400000" cy="5146685"/>
          </a:xfrm>
        </p:spPr>
        <p:txBody>
          <a:bodyPr/>
          <a:lstStyle/>
          <a:p>
            <a:endParaRPr lang="en-UZ"/>
          </a:p>
        </p:txBody>
      </p:sp>
      <p:sp>
        <p:nvSpPr>
          <p:cNvPr id="53" name="Oval 52">
            <a:extLst>
              <a:ext uri="{FF2B5EF4-FFF2-40B4-BE49-F238E27FC236}">
                <a16:creationId xmlns:a16="http://schemas.microsoft.com/office/drawing/2014/main" id="{1861267C-3A48-782E-000E-914DBB4E56ED}"/>
              </a:ext>
            </a:extLst>
          </p:cNvPr>
          <p:cNvSpPr/>
          <p:nvPr userDrawn="1"/>
        </p:nvSpPr>
        <p:spPr>
          <a:xfrm>
            <a:off x="1542979" y="1789592"/>
            <a:ext cx="1581292" cy="1581292"/>
          </a:xfrm>
          <a:prstGeom prst="ellipse">
            <a:avLst/>
          </a:prstGeom>
          <a:noFill/>
          <a:ln w="762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GB"/>
          </a:p>
        </p:txBody>
      </p:sp>
      <p:sp>
        <p:nvSpPr>
          <p:cNvPr id="54" name="Text Placeholder 14">
            <a:extLst>
              <a:ext uri="{FF2B5EF4-FFF2-40B4-BE49-F238E27FC236}">
                <a16:creationId xmlns:a16="http://schemas.microsoft.com/office/drawing/2014/main" id="{9930E31F-8E3D-AFCA-20CB-FB2EFBD0CAC1}"/>
              </a:ext>
            </a:extLst>
          </p:cNvPr>
          <p:cNvSpPr>
            <a:spLocks noGrp="1"/>
          </p:cNvSpPr>
          <p:nvPr>
            <p:ph type="body" sz="quarter" idx="32" hasCustomPrompt="1"/>
          </p:nvPr>
        </p:nvSpPr>
        <p:spPr>
          <a:xfrm>
            <a:off x="1542979" y="1789592"/>
            <a:ext cx="1581292" cy="1581292"/>
          </a:xfrm>
          <a:prstGeom prst="arc">
            <a:avLst>
              <a:gd name="adj1" fmla="val 16200000"/>
              <a:gd name="adj2" fmla="val 13391445"/>
            </a:avLst>
          </a:prstGeom>
          <a:noFill/>
          <a:ln w="762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lvl1pPr algn="ctr">
              <a:defRPr lang="en-GB" sz="1000" dirty="0">
                <a:solidFill>
                  <a:sysClr val="windowText" lastClr="000000"/>
                </a:solidFill>
              </a:defRPr>
            </a:lvl1pPr>
          </a:lstStyle>
          <a:p>
            <a:pPr lvl="0" algn="ctr" defTabSz="914400"/>
            <a:r>
              <a:rPr lang="en-US" dirty="0"/>
              <a:t> </a:t>
            </a:r>
            <a:endParaRPr lang="en-GB" dirty="0"/>
          </a:p>
        </p:txBody>
      </p:sp>
      <p:sp>
        <p:nvSpPr>
          <p:cNvPr id="55" name="Text Placeholder 6">
            <a:extLst>
              <a:ext uri="{FF2B5EF4-FFF2-40B4-BE49-F238E27FC236}">
                <a16:creationId xmlns:a16="http://schemas.microsoft.com/office/drawing/2014/main" id="{9DA1500A-3792-B795-3F6D-CF4AD80B28AC}"/>
              </a:ext>
            </a:extLst>
          </p:cNvPr>
          <p:cNvSpPr>
            <a:spLocks noGrp="1"/>
          </p:cNvSpPr>
          <p:nvPr>
            <p:ph type="body" sz="quarter" idx="33" hasCustomPrompt="1"/>
          </p:nvPr>
        </p:nvSpPr>
        <p:spPr>
          <a:xfrm>
            <a:off x="1704046" y="2209897"/>
            <a:ext cx="1259160" cy="760184"/>
          </a:xfrm>
        </p:spPr>
        <p:txBody>
          <a:bodyPr anchor="ctr">
            <a:noAutofit/>
          </a:bodyPr>
          <a:lstStyle>
            <a:lvl1pPr algn="ctr">
              <a:lnSpc>
                <a:spcPct val="100000"/>
              </a:lnSpc>
              <a:spcBef>
                <a:spcPts val="0"/>
              </a:spcBef>
              <a:defRPr sz="2800" b="1">
                <a:solidFill>
                  <a:schemeClr val="accent4"/>
                </a:solidFill>
                <a:latin typeface="+mj-lt"/>
              </a:defRPr>
            </a:lvl1pPr>
          </a:lstStyle>
          <a:p>
            <a:pPr lvl="0"/>
            <a:r>
              <a:rPr lang="en-US" dirty="0"/>
              <a:t>xx%</a:t>
            </a:r>
          </a:p>
        </p:txBody>
      </p:sp>
      <p:sp>
        <p:nvSpPr>
          <p:cNvPr id="56" name="Oval 55">
            <a:extLst>
              <a:ext uri="{FF2B5EF4-FFF2-40B4-BE49-F238E27FC236}">
                <a16:creationId xmlns:a16="http://schemas.microsoft.com/office/drawing/2014/main" id="{2E2F95C1-C2DC-E82B-E831-32B615360246}"/>
              </a:ext>
            </a:extLst>
          </p:cNvPr>
          <p:cNvSpPr/>
          <p:nvPr userDrawn="1"/>
        </p:nvSpPr>
        <p:spPr>
          <a:xfrm>
            <a:off x="9067731" y="1789592"/>
            <a:ext cx="1581292" cy="1581292"/>
          </a:xfrm>
          <a:prstGeom prst="ellipse">
            <a:avLst/>
          </a:prstGeom>
          <a:noFill/>
          <a:ln w="762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GB"/>
          </a:p>
        </p:txBody>
      </p:sp>
      <p:sp>
        <p:nvSpPr>
          <p:cNvPr id="57" name="Text Placeholder 14">
            <a:extLst>
              <a:ext uri="{FF2B5EF4-FFF2-40B4-BE49-F238E27FC236}">
                <a16:creationId xmlns:a16="http://schemas.microsoft.com/office/drawing/2014/main" id="{3A67B80E-6EDF-2605-834F-08EDBAFC4942}"/>
              </a:ext>
            </a:extLst>
          </p:cNvPr>
          <p:cNvSpPr>
            <a:spLocks noGrp="1"/>
          </p:cNvSpPr>
          <p:nvPr>
            <p:ph type="body" sz="quarter" idx="34" hasCustomPrompt="1"/>
          </p:nvPr>
        </p:nvSpPr>
        <p:spPr>
          <a:xfrm>
            <a:off x="9067731" y="1789592"/>
            <a:ext cx="1581292" cy="1581292"/>
          </a:xfrm>
          <a:prstGeom prst="arc">
            <a:avLst>
              <a:gd name="adj1" fmla="val 16200000"/>
              <a:gd name="adj2" fmla="val 13391445"/>
            </a:avLst>
          </a:prstGeom>
          <a:noFill/>
          <a:ln w="762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lvl1pPr algn="ctr">
              <a:defRPr lang="en-GB" sz="1000" dirty="0">
                <a:solidFill>
                  <a:sysClr val="windowText" lastClr="000000"/>
                </a:solidFill>
              </a:defRPr>
            </a:lvl1pPr>
          </a:lstStyle>
          <a:p>
            <a:pPr lvl="0" algn="ctr" defTabSz="914400"/>
            <a:r>
              <a:rPr lang="en-US" dirty="0"/>
              <a:t> </a:t>
            </a:r>
            <a:endParaRPr lang="en-GB" dirty="0"/>
          </a:p>
        </p:txBody>
      </p:sp>
      <p:sp>
        <p:nvSpPr>
          <p:cNvPr id="58" name="Text Placeholder 6">
            <a:extLst>
              <a:ext uri="{FF2B5EF4-FFF2-40B4-BE49-F238E27FC236}">
                <a16:creationId xmlns:a16="http://schemas.microsoft.com/office/drawing/2014/main" id="{B840E15C-58DD-EF39-5CDA-6517E32501AC}"/>
              </a:ext>
            </a:extLst>
          </p:cNvPr>
          <p:cNvSpPr>
            <a:spLocks noGrp="1"/>
          </p:cNvSpPr>
          <p:nvPr>
            <p:ph type="body" sz="quarter" idx="35" hasCustomPrompt="1"/>
          </p:nvPr>
        </p:nvSpPr>
        <p:spPr>
          <a:xfrm>
            <a:off x="9228797" y="2209897"/>
            <a:ext cx="1259160" cy="760184"/>
          </a:xfrm>
        </p:spPr>
        <p:txBody>
          <a:bodyPr anchor="ctr">
            <a:noAutofit/>
          </a:bodyPr>
          <a:lstStyle>
            <a:lvl1pPr algn="ctr">
              <a:lnSpc>
                <a:spcPct val="100000"/>
              </a:lnSpc>
              <a:spcBef>
                <a:spcPts val="0"/>
              </a:spcBef>
              <a:defRPr sz="2800" b="1">
                <a:solidFill>
                  <a:schemeClr val="accent4"/>
                </a:solidFill>
                <a:latin typeface="+mj-lt"/>
              </a:defRPr>
            </a:lvl1pPr>
          </a:lstStyle>
          <a:p>
            <a:pPr lvl="0"/>
            <a:r>
              <a:rPr lang="en-US" dirty="0"/>
              <a:t>xx%</a:t>
            </a:r>
          </a:p>
        </p:txBody>
      </p:sp>
      <p:sp>
        <p:nvSpPr>
          <p:cNvPr id="4" name="Text Placeholder 2">
            <a:extLst>
              <a:ext uri="{FF2B5EF4-FFF2-40B4-BE49-F238E27FC236}">
                <a16:creationId xmlns:a16="http://schemas.microsoft.com/office/drawing/2014/main" id="{C23CE940-84DF-DB97-4E46-43CD592E889F}"/>
              </a:ext>
            </a:extLst>
          </p:cNvPr>
          <p:cNvSpPr>
            <a:spLocks noGrp="1"/>
          </p:cNvSpPr>
          <p:nvPr>
            <p:ph type="body" sz="quarter" idx="43"/>
          </p:nvPr>
        </p:nvSpPr>
        <p:spPr>
          <a:xfrm>
            <a:off x="587375" y="4129225"/>
            <a:ext cx="3492500" cy="2144575"/>
          </a:xfrm>
        </p:spPr>
        <p:txBody>
          <a:bodyPr>
            <a:noAutofit/>
          </a:bodyPr>
          <a:lstStyle>
            <a:lvl1pPr algn="ctr">
              <a:lnSpc>
                <a:spcPct val="100000"/>
              </a:lnSpc>
              <a:spcBef>
                <a:spcPts val="0"/>
              </a:spcBef>
              <a:defRPr sz="16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8" name="Text Placeholder 7">
            <a:extLst>
              <a:ext uri="{FF2B5EF4-FFF2-40B4-BE49-F238E27FC236}">
                <a16:creationId xmlns:a16="http://schemas.microsoft.com/office/drawing/2014/main" id="{F6B77F32-74CA-CAC3-70AC-2DA0E1442014}"/>
              </a:ext>
            </a:extLst>
          </p:cNvPr>
          <p:cNvSpPr>
            <a:spLocks noGrp="1"/>
          </p:cNvSpPr>
          <p:nvPr>
            <p:ph type="body" sz="quarter" idx="44"/>
          </p:nvPr>
        </p:nvSpPr>
        <p:spPr>
          <a:xfrm>
            <a:off x="587375" y="3539935"/>
            <a:ext cx="3492500" cy="555053"/>
          </a:xfrm>
        </p:spPr>
        <p:txBody>
          <a:bodyPr anchor="ctr">
            <a:noAutofit/>
          </a:bodyPr>
          <a:lstStyle>
            <a:lvl1pPr algn="ctr">
              <a:lnSpc>
                <a:spcPct val="100000"/>
              </a:lnSpc>
              <a:spcBef>
                <a:spcPts val="0"/>
              </a:spcBef>
              <a:defRPr sz="1800">
                <a:solidFill>
                  <a:schemeClr val="tx1"/>
                </a:solidFill>
              </a:defRPr>
            </a:lvl1pPr>
          </a:lstStyle>
          <a:p>
            <a:pPr lvl="0"/>
            <a:r>
              <a:rPr lang="en-GB" dirty="0"/>
              <a:t>Click to edit Master text styles</a:t>
            </a:r>
          </a:p>
        </p:txBody>
      </p:sp>
      <p:sp>
        <p:nvSpPr>
          <p:cNvPr id="11" name="Text Placeholder 2">
            <a:extLst>
              <a:ext uri="{FF2B5EF4-FFF2-40B4-BE49-F238E27FC236}">
                <a16:creationId xmlns:a16="http://schemas.microsoft.com/office/drawing/2014/main" id="{50941F66-33A0-95FB-D52B-E1441B9EBE2A}"/>
              </a:ext>
            </a:extLst>
          </p:cNvPr>
          <p:cNvSpPr>
            <a:spLocks noGrp="1"/>
          </p:cNvSpPr>
          <p:nvPr>
            <p:ph type="body" sz="quarter" idx="45"/>
          </p:nvPr>
        </p:nvSpPr>
        <p:spPr>
          <a:xfrm>
            <a:off x="8112120" y="4129225"/>
            <a:ext cx="3492500" cy="2144575"/>
          </a:xfrm>
        </p:spPr>
        <p:txBody>
          <a:bodyPr>
            <a:noAutofit/>
          </a:bodyPr>
          <a:lstStyle>
            <a:lvl1pPr algn="ctr">
              <a:lnSpc>
                <a:spcPct val="100000"/>
              </a:lnSpc>
              <a:spcBef>
                <a:spcPts val="0"/>
              </a:spcBef>
              <a:defRPr sz="16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2" name="Text Placeholder 7">
            <a:extLst>
              <a:ext uri="{FF2B5EF4-FFF2-40B4-BE49-F238E27FC236}">
                <a16:creationId xmlns:a16="http://schemas.microsoft.com/office/drawing/2014/main" id="{A3CD2940-9658-0558-88C8-2CE8CC50A3BB}"/>
              </a:ext>
            </a:extLst>
          </p:cNvPr>
          <p:cNvSpPr>
            <a:spLocks noGrp="1"/>
          </p:cNvSpPr>
          <p:nvPr>
            <p:ph type="body" sz="quarter" idx="46"/>
          </p:nvPr>
        </p:nvSpPr>
        <p:spPr>
          <a:xfrm>
            <a:off x="8112120" y="3539935"/>
            <a:ext cx="3492500" cy="555053"/>
          </a:xfrm>
        </p:spPr>
        <p:txBody>
          <a:bodyPr anchor="ctr">
            <a:noAutofit/>
          </a:bodyPr>
          <a:lstStyle>
            <a:lvl1pPr algn="ctr">
              <a:lnSpc>
                <a:spcPct val="100000"/>
              </a:lnSpc>
              <a:spcBef>
                <a:spcPts val="0"/>
              </a:spcBef>
              <a:defRPr sz="1800">
                <a:solidFill>
                  <a:schemeClr val="tx1"/>
                </a:solidFill>
              </a:defRPr>
            </a:lvl1pPr>
          </a:lstStyle>
          <a:p>
            <a:pPr lvl="0"/>
            <a:r>
              <a:rPr lang="en-GB" dirty="0"/>
              <a:t>Click to edit Master text styles</a:t>
            </a:r>
          </a:p>
        </p:txBody>
      </p:sp>
    </p:spTree>
    <p:extLst>
      <p:ext uri="{BB962C8B-B14F-4D97-AF65-F5344CB8AC3E}">
        <p14:creationId xmlns:p14="http://schemas.microsoft.com/office/powerpoint/2010/main" val="21746908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3 Radial Bars C42V1">
    <p:bg>
      <p:bgPr>
        <a:solidFill>
          <a:schemeClr val="bg2">
            <a:alpha val="30000"/>
          </a:schemeClr>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0D78536D-56B8-C8AB-E6BB-E0331088471C}"/>
              </a:ext>
            </a:extLst>
          </p:cNvPr>
          <p:cNvSpPr>
            <a:spLocks noGrp="1"/>
          </p:cNvSpPr>
          <p:nvPr>
            <p:ph type="title"/>
          </p:nvPr>
        </p:nvSpPr>
        <p:spPr>
          <a:xfrm>
            <a:off x="587375" y="584201"/>
            <a:ext cx="11017248" cy="798639"/>
          </a:xfrm>
          <a:prstGeom prst="rect">
            <a:avLst/>
          </a:prstGeom>
        </p:spPr>
        <p:txBody>
          <a:bodyPr anchor="t">
            <a:noAutofit/>
          </a:bodyPr>
          <a:lstStyle>
            <a:lvl1pPr>
              <a:defRPr>
                <a:solidFill>
                  <a:schemeClr val="tx2"/>
                </a:solidFill>
              </a:defRPr>
            </a:lvl1pPr>
          </a:lstStyle>
          <a:p>
            <a:r>
              <a:rPr lang="en-US" dirty="0"/>
              <a:t>Click to edit Master title style</a:t>
            </a:r>
            <a:endParaRPr lang="en-ID" dirty="0"/>
          </a:p>
        </p:txBody>
      </p:sp>
      <p:sp>
        <p:nvSpPr>
          <p:cNvPr id="12" name="Text Placeholder 7">
            <a:extLst>
              <a:ext uri="{FF2B5EF4-FFF2-40B4-BE49-F238E27FC236}">
                <a16:creationId xmlns:a16="http://schemas.microsoft.com/office/drawing/2014/main" id="{49C46CF3-47E0-480A-FAE3-CC4532B22B85}"/>
              </a:ext>
            </a:extLst>
          </p:cNvPr>
          <p:cNvSpPr>
            <a:spLocks noGrp="1"/>
          </p:cNvSpPr>
          <p:nvPr>
            <p:ph type="body" sz="quarter" idx="19"/>
          </p:nvPr>
        </p:nvSpPr>
        <p:spPr>
          <a:xfrm>
            <a:off x="960121" y="4246159"/>
            <a:ext cx="2747009" cy="2027637"/>
          </a:xfrm>
        </p:spPr>
        <p:txBody>
          <a:bodyPr>
            <a:noAutofit/>
          </a:bodyPr>
          <a:lstStyle>
            <a:lvl1pPr algn="ctr">
              <a:lnSpc>
                <a:spcPct val="100000"/>
              </a:lnSpc>
              <a:spcBef>
                <a:spcPts val="0"/>
              </a:spcBef>
              <a:defRPr sz="1600" b="0">
                <a:solidFill>
                  <a:schemeClr val="tx2"/>
                </a:solidFill>
              </a:defRPr>
            </a:lvl1pPr>
            <a:lvl2pPr>
              <a:spcBef>
                <a:spcPts val="400"/>
              </a:spcBef>
              <a:defRPr/>
            </a:lvl2pPr>
            <a:lvl3pPr>
              <a:spcBef>
                <a:spcPts val="400"/>
              </a:spcBef>
              <a:defRPr/>
            </a:lvl3pPr>
            <a:lvl4pPr>
              <a:spcBef>
                <a:spcPts val="400"/>
              </a:spcBef>
              <a:defRPr/>
            </a:lvl4pPr>
            <a:lvl5pPr>
              <a:spcBef>
                <a:spcPts val="400"/>
              </a:spcBef>
              <a:defRPr/>
            </a:lvl5pPr>
          </a:lstStyle>
          <a:p>
            <a:pPr lvl="0"/>
            <a:r>
              <a:rPr lang="en-US" dirty="0"/>
              <a:t>Click to edit Master text styles</a:t>
            </a:r>
          </a:p>
        </p:txBody>
      </p:sp>
      <p:sp>
        <p:nvSpPr>
          <p:cNvPr id="13" name="Text Placeholder 6">
            <a:extLst>
              <a:ext uri="{FF2B5EF4-FFF2-40B4-BE49-F238E27FC236}">
                <a16:creationId xmlns:a16="http://schemas.microsoft.com/office/drawing/2014/main" id="{90E5A010-13E7-DF73-C593-741D1729980C}"/>
              </a:ext>
            </a:extLst>
          </p:cNvPr>
          <p:cNvSpPr>
            <a:spLocks noGrp="1"/>
          </p:cNvSpPr>
          <p:nvPr>
            <p:ph type="body" sz="quarter" idx="20" hasCustomPrompt="1"/>
          </p:nvPr>
        </p:nvSpPr>
        <p:spPr>
          <a:xfrm>
            <a:off x="960121" y="3535556"/>
            <a:ext cx="2747009" cy="676285"/>
          </a:xfrm>
        </p:spPr>
        <p:txBody>
          <a:bodyPr anchor="ctr">
            <a:noAutofit/>
          </a:bodyPr>
          <a:lstStyle>
            <a:lvl1pPr algn="ctr">
              <a:lnSpc>
                <a:spcPct val="100000"/>
              </a:lnSpc>
              <a:spcBef>
                <a:spcPts val="0"/>
              </a:spcBef>
              <a:defRPr sz="1800" b="1">
                <a:solidFill>
                  <a:schemeClr val="tx2"/>
                </a:solidFill>
              </a:defRPr>
            </a:lvl1pPr>
          </a:lstStyle>
          <a:p>
            <a:pPr lvl="0"/>
            <a:r>
              <a:rPr lang="en-US" dirty="0"/>
              <a:t>Click to edit master</a:t>
            </a:r>
          </a:p>
        </p:txBody>
      </p:sp>
      <p:sp>
        <p:nvSpPr>
          <p:cNvPr id="14" name="Oval 13">
            <a:extLst>
              <a:ext uri="{FF2B5EF4-FFF2-40B4-BE49-F238E27FC236}">
                <a16:creationId xmlns:a16="http://schemas.microsoft.com/office/drawing/2014/main" id="{53AD6034-55C1-F95F-F5A1-DE19A8A297B2}"/>
              </a:ext>
            </a:extLst>
          </p:cNvPr>
          <p:cNvSpPr/>
          <p:nvPr userDrawn="1"/>
        </p:nvSpPr>
        <p:spPr>
          <a:xfrm>
            <a:off x="1542979" y="1789592"/>
            <a:ext cx="1581292" cy="1581292"/>
          </a:xfrm>
          <a:prstGeom prst="ellipse">
            <a:avLst/>
          </a:prstGeom>
          <a:noFill/>
          <a:ln w="762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GB"/>
          </a:p>
        </p:txBody>
      </p:sp>
      <p:sp>
        <p:nvSpPr>
          <p:cNvPr id="15" name="Text Placeholder 14">
            <a:extLst>
              <a:ext uri="{FF2B5EF4-FFF2-40B4-BE49-F238E27FC236}">
                <a16:creationId xmlns:a16="http://schemas.microsoft.com/office/drawing/2014/main" id="{21C252C9-F644-7BBD-E48E-35C105956D6B}"/>
              </a:ext>
            </a:extLst>
          </p:cNvPr>
          <p:cNvSpPr>
            <a:spLocks noGrp="1"/>
          </p:cNvSpPr>
          <p:nvPr>
            <p:ph type="body" sz="quarter" idx="32" hasCustomPrompt="1"/>
          </p:nvPr>
        </p:nvSpPr>
        <p:spPr>
          <a:xfrm>
            <a:off x="1542979" y="1789592"/>
            <a:ext cx="1581292" cy="1581292"/>
          </a:xfrm>
          <a:prstGeom prst="arc">
            <a:avLst>
              <a:gd name="adj1" fmla="val 16200000"/>
              <a:gd name="adj2" fmla="val 13391445"/>
            </a:avLst>
          </a:prstGeom>
          <a:noFill/>
          <a:ln w="762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lvl1pPr algn="ctr">
              <a:defRPr lang="en-GB" sz="1000" dirty="0">
                <a:solidFill>
                  <a:sysClr val="windowText" lastClr="000000"/>
                </a:solidFill>
              </a:defRPr>
            </a:lvl1pPr>
          </a:lstStyle>
          <a:p>
            <a:pPr lvl="0" algn="ctr" defTabSz="914400"/>
            <a:r>
              <a:rPr lang="en-US" dirty="0"/>
              <a:t> </a:t>
            </a:r>
            <a:endParaRPr lang="en-GB" dirty="0"/>
          </a:p>
        </p:txBody>
      </p:sp>
      <p:sp>
        <p:nvSpPr>
          <p:cNvPr id="16" name="Text Placeholder 6">
            <a:extLst>
              <a:ext uri="{FF2B5EF4-FFF2-40B4-BE49-F238E27FC236}">
                <a16:creationId xmlns:a16="http://schemas.microsoft.com/office/drawing/2014/main" id="{5B48474B-335E-A349-9D94-AFF57B25C47F}"/>
              </a:ext>
            </a:extLst>
          </p:cNvPr>
          <p:cNvSpPr>
            <a:spLocks noGrp="1"/>
          </p:cNvSpPr>
          <p:nvPr>
            <p:ph type="body" sz="quarter" idx="33" hasCustomPrompt="1"/>
          </p:nvPr>
        </p:nvSpPr>
        <p:spPr>
          <a:xfrm>
            <a:off x="1704046" y="2209897"/>
            <a:ext cx="1259160" cy="760184"/>
          </a:xfrm>
        </p:spPr>
        <p:txBody>
          <a:bodyPr anchor="ctr">
            <a:noAutofit/>
          </a:bodyPr>
          <a:lstStyle>
            <a:lvl1pPr algn="ctr">
              <a:lnSpc>
                <a:spcPct val="100000"/>
              </a:lnSpc>
              <a:spcBef>
                <a:spcPts val="0"/>
              </a:spcBef>
              <a:defRPr sz="2800" b="1">
                <a:solidFill>
                  <a:schemeClr val="tx2"/>
                </a:solidFill>
                <a:latin typeface="+mj-lt"/>
              </a:defRPr>
            </a:lvl1pPr>
          </a:lstStyle>
          <a:p>
            <a:pPr lvl="0"/>
            <a:r>
              <a:rPr lang="en-US" dirty="0"/>
              <a:t>xx%</a:t>
            </a:r>
          </a:p>
        </p:txBody>
      </p:sp>
      <p:sp>
        <p:nvSpPr>
          <p:cNvPr id="17" name="Text Placeholder 7">
            <a:extLst>
              <a:ext uri="{FF2B5EF4-FFF2-40B4-BE49-F238E27FC236}">
                <a16:creationId xmlns:a16="http://schemas.microsoft.com/office/drawing/2014/main" id="{CA20008C-98B6-1B93-1666-7C910724E837}"/>
              </a:ext>
            </a:extLst>
          </p:cNvPr>
          <p:cNvSpPr>
            <a:spLocks noGrp="1"/>
          </p:cNvSpPr>
          <p:nvPr>
            <p:ph type="body" sz="quarter" idx="42"/>
          </p:nvPr>
        </p:nvSpPr>
        <p:spPr>
          <a:xfrm>
            <a:off x="4722495" y="4246159"/>
            <a:ext cx="2747009" cy="2027637"/>
          </a:xfrm>
        </p:spPr>
        <p:txBody>
          <a:bodyPr>
            <a:noAutofit/>
          </a:bodyPr>
          <a:lstStyle>
            <a:lvl1pPr algn="ctr">
              <a:lnSpc>
                <a:spcPct val="100000"/>
              </a:lnSpc>
              <a:spcBef>
                <a:spcPts val="0"/>
              </a:spcBef>
              <a:defRPr sz="1600" b="0">
                <a:solidFill>
                  <a:schemeClr val="tx2"/>
                </a:solidFill>
              </a:defRPr>
            </a:lvl1pPr>
            <a:lvl2pPr>
              <a:spcBef>
                <a:spcPts val="400"/>
              </a:spcBef>
              <a:defRPr/>
            </a:lvl2pPr>
            <a:lvl3pPr>
              <a:spcBef>
                <a:spcPts val="400"/>
              </a:spcBef>
              <a:defRPr/>
            </a:lvl3pPr>
            <a:lvl4pPr>
              <a:spcBef>
                <a:spcPts val="400"/>
              </a:spcBef>
              <a:defRPr/>
            </a:lvl4pPr>
            <a:lvl5pPr>
              <a:spcBef>
                <a:spcPts val="400"/>
              </a:spcBef>
              <a:defRPr/>
            </a:lvl5pPr>
          </a:lstStyle>
          <a:p>
            <a:pPr lvl="0"/>
            <a:r>
              <a:rPr lang="en-US" dirty="0"/>
              <a:t>Click to edit Master text styles</a:t>
            </a:r>
          </a:p>
        </p:txBody>
      </p:sp>
      <p:sp>
        <p:nvSpPr>
          <p:cNvPr id="18" name="Text Placeholder 6">
            <a:extLst>
              <a:ext uri="{FF2B5EF4-FFF2-40B4-BE49-F238E27FC236}">
                <a16:creationId xmlns:a16="http://schemas.microsoft.com/office/drawing/2014/main" id="{9ADC1CDF-FB3B-C918-DA9F-BBDAFB2C2788}"/>
              </a:ext>
            </a:extLst>
          </p:cNvPr>
          <p:cNvSpPr>
            <a:spLocks noGrp="1"/>
          </p:cNvSpPr>
          <p:nvPr>
            <p:ph type="body" sz="quarter" idx="43" hasCustomPrompt="1"/>
          </p:nvPr>
        </p:nvSpPr>
        <p:spPr>
          <a:xfrm>
            <a:off x="4722495" y="3535556"/>
            <a:ext cx="2747009" cy="676285"/>
          </a:xfrm>
        </p:spPr>
        <p:txBody>
          <a:bodyPr anchor="ctr">
            <a:noAutofit/>
          </a:bodyPr>
          <a:lstStyle>
            <a:lvl1pPr algn="ctr">
              <a:lnSpc>
                <a:spcPct val="100000"/>
              </a:lnSpc>
              <a:spcBef>
                <a:spcPts val="0"/>
              </a:spcBef>
              <a:defRPr sz="1800" b="1">
                <a:solidFill>
                  <a:schemeClr val="tx2"/>
                </a:solidFill>
              </a:defRPr>
            </a:lvl1pPr>
          </a:lstStyle>
          <a:p>
            <a:pPr lvl="0"/>
            <a:r>
              <a:rPr lang="en-US" dirty="0"/>
              <a:t>Click to edit master</a:t>
            </a:r>
          </a:p>
        </p:txBody>
      </p:sp>
      <p:sp>
        <p:nvSpPr>
          <p:cNvPr id="19" name="Oval 18">
            <a:extLst>
              <a:ext uri="{FF2B5EF4-FFF2-40B4-BE49-F238E27FC236}">
                <a16:creationId xmlns:a16="http://schemas.microsoft.com/office/drawing/2014/main" id="{6D03B43F-3310-E46F-73B4-F0FEED209A3F}"/>
              </a:ext>
            </a:extLst>
          </p:cNvPr>
          <p:cNvSpPr/>
          <p:nvPr userDrawn="1"/>
        </p:nvSpPr>
        <p:spPr>
          <a:xfrm>
            <a:off x="5305353" y="1789592"/>
            <a:ext cx="1581292" cy="1581292"/>
          </a:xfrm>
          <a:prstGeom prst="ellipse">
            <a:avLst/>
          </a:prstGeom>
          <a:noFill/>
          <a:ln w="762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GB"/>
          </a:p>
        </p:txBody>
      </p:sp>
      <p:sp>
        <p:nvSpPr>
          <p:cNvPr id="20" name="Text Placeholder 14">
            <a:extLst>
              <a:ext uri="{FF2B5EF4-FFF2-40B4-BE49-F238E27FC236}">
                <a16:creationId xmlns:a16="http://schemas.microsoft.com/office/drawing/2014/main" id="{12FFE2AC-D30E-D772-84C1-40D10532A52A}"/>
              </a:ext>
            </a:extLst>
          </p:cNvPr>
          <p:cNvSpPr>
            <a:spLocks noGrp="1"/>
          </p:cNvSpPr>
          <p:nvPr>
            <p:ph type="body" sz="quarter" idx="44" hasCustomPrompt="1"/>
          </p:nvPr>
        </p:nvSpPr>
        <p:spPr>
          <a:xfrm>
            <a:off x="5305353" y="1789592"/>
            <a:ext cx="1581292" cy="1581292"/>
          </a:xfrm>
          <a:prstGeom prst="arc">
            <a:avLst>
              <a:gd name="adj1" fmla="val 16200000"/>
              <a:gd name="adj2" fmla="val 13391445"/>
            </a:avLst>
          </a:prstGeom>
          <a:noFill/>
          <a:ln w="762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lvl1pPr algn="ctr">
              <a:defRPr lang="en-GB" sz="1000" dirty="0">
                <a:solidFill>
                  <a:sysClr val="windowText" lastClr="000000"/>
                </a:solidFill>
              </a:defRPr>
            </a:lvl1pPr>
          </a:lstStyle>
          <a:p>
            <a:pPr lvl="0" algn="ctr" defTabSz="914400"/>
            <a:r>
              <a:rPr lang="en-US" dirty="0"/>
              <a:t> </a:t>
            </a:r>
            <a:endParaRPr lang="en-GB" dirty="0"/>
          </a:p>
        </p:txBody>
      </p:sp>
      <p:sp>
        <p:nvSpPr>
          <p:cNvPr id="21" name="Text Placeholder 6">
            <a:extLst>
              <a:ext uri="{FF2B5EF4-FFF2-40B4-BE49-F238E27FC236}">
                <a16:creationId xmlns:a16="http://schemas.microsoft.com/office/drawing/2014/main" id="{F4D12BE7-3585-56E3-BA93-F96EB2789346}"/>
              </a:ext>
            </a:extLst>
          </p:cNvPr>
          <p:cNvSpPr>
            <a:spLocks noGrp="1"/>
          </p:cNvSpPr>
          <p:nvPr>
            <p:ph type="body" sz="quarter" idx="45" hasCustomPrompt="1"/>
          </p:nvPr>
        </p:nvSpPr>
        <p:spPr>
          <a:xfrm>
            <a:off x="5466420" y="2209897"/>
            <a:ext cx="1259160" cy="760184"/>
          </a:xfrm>
        </p:spPr>
        <p:txBody>
          <a:bodyPr anchor="ctr">
            <a:noAutofit/>
          </a:bodyPr>
          <a:lstStyle>
            <a:lvl1pPr algn="ctr">
              <a:lnSpc>
                <a:spcPct val="100000"/>
              </a:lnSpc>
              <a:spcBef>
                <a:spcPts val="0"/>
              </a:spcBef>
              <a:defRPr sz="2800" b="1">
                <a:solidFill>
                  <a:schemeClr val="tx2"/>
                </a:solidFill>
                <a:latin typeface="+mj-lt"/>
              </a:defRPr>
            </a:lvl1pPr>
          </a:lstStyle>
          <a:p>
            <a:pPr lvl="0"/>
            <a:r>
              <a:rPr lang="en-US" dirty="0"/>
              <a:t>xx%</a:t>
            </a:r>
          </a:p>
        </p:txBody>
      </p:sp>
      <p:sp>
        <p:nvSpPr>
          <p:cNvPr id="22" name="Text Placeholder 7">
            <a:extLst>
              <a:ext uri="{FF2B5EF4-FFF2-40B4-BE49-F238E27FC236}">
                <a16:creationId xmlns:a16="http://schemas.microsoft.com/office/drawing/2014/main" id="{E0B6CA4A-8D84-3EEB-BCC0-7847C450BE58}"/>
              </a:ext>
            </a:extLst>
          </p:cNvPr>
          <p:cNvSpPr>
            <a:spLocks noGrp="1"/>
          </p:cNvSpPr>
          <p:nvPr>
            <p:ph type="body" sz="quarter" idx="46"/>
          </p:nvPr>
        </p:nvSpPr>
        <p:spPr>
          <a:xfrm>
            <a:off x="8484869" y="4246159"/>
            <a:ext cx="2747009" cy="2027637"/>
          </a:xfrm>
        </p:spPr>
        <p:txBody>
          <a:bodyPr>
            <a:noAutofit/>
          </a:bodyPr>
          <a:lstStyle>
            <a:lvl1pPr algn="ctr">
              <a:lnSpc>
                <a:spcPct val="100000"/>
              </a:lnSpc>
              <a:spcBef>
                <a:spcPts val="0"/>
              </a:spcBef>
              <a:defRPr sz="1600" b="0">
                <a:solidFill>
                  <a:schemeClr val="tx2"/>
                </a:solidFill>
              </a:defRPr>
            </a:lvl1pPr>
            <a:lvl2pPr>
              <a:spcBef>
                <a:spcPts val="400"/>
              </a:spcBef>
              <a:defRPr/>
            </a:lvl2pPr>
            <a:lvl3pPr>
              <a:spcBef>
                <a:spcPts val="400"/>
              </a:spcBef>
              <a:defRPr/>
            </a:lvl3pPr>
            <a:lvl4pPr>
              <a:spcBef>
                <a:spcPts val="400"/>
              </a:spcBef>
              <a:defRPr/>
            </a:lvl4pPr>
            <a:lvl5pPr>
              <a:spcBef>
                <a:spcPts val="400"/>
              </a:spcBef>
              <a:defRPr/>
            </a:lvl5pPr>
          </a:lstStyle>
          <a:p>
            <a:pPr lvl="0"/>
            <a:r>
              <a:rPr lang="en-US" dirty="0"/>
              <a:t>Click to edit Master text styles</a:t>
            </a:r>
          </a:p>
        </p:txBody>
      </p:sp>
      <p:sp>
        <p:nvSpPr>
          <p:cNvPr id="23" name="Text Placeholder 6">
            <a:extLst>
              <a:ext uri="{FF2B5EF4-FFF2-40B4-BE49-F238E27FC236}">
                <a16:creationId xmlns:a16="http://schemas.microsoft.com/office/drawing/2014/main" id="{79BA0510-AB82-4183-3931-89F7C4289B40}"/>
              </a:ext>
            </a:extLst>
          </p:cNvPr>
          <p:cNvSpPr>
            <a:spLocks noGrp="1"/>
          </p:cNvSpPr>
          <p:nvPr>
            <p:ph type="body" sz="quarter" idx="47" hasCustomPrompt="1"/>
          </p:nvPr>
        </p:nvSpPr>
        <p:spPr>
          <a:xfrm>
            <a:off x="8484869" y="3535556"/>
            <a:ext cx="2747009" cy="676285"/>
          </a:xfrm>
        </p:spPr>
        <p:txBody>
          <a:bodyPr anchor="ctr">
            <a:noAutofit/>
          </a:bodyPr>
          <a:lstStyle>
            <a:lvl1pPr algn="ctr">
              <a:lnSpc>
                <a:spcPct val="100000"/>
              </a:lnSpc>
              <a:spcBef>
                <a:spcPts val="0"/>
              </a:spcBef>
              <a:defRPr sz="1800" b="1">
                <a:solidFill>
                  <a:schemeClr val="tx2"/>
                </a:solidFill>
              </a:defRPr>
            </a:lvl1pPr>
          </a:lstStyle>
          <a:p>
            <a:pPr lvl="0"/>
            <a:r>
              <a:rPr lang="en-US" dirty="0"/>
              <a:t>Click to edit master</a:t>
            </a:r>
          </a:p>
        </p:txBody>
      </p:sp>
      <p:sp>
        <p:nvSpPr>
          <p:cNvPr id="24" name="Oval 23">
            <a:extLst>
              <a:ext uri="{FF2B5EF4-FFF2-40B4-BE49-F238E27FC236}">
                <a16:creationId xmlns:a16="http://schemas.microsoft.com/office/drawing/2014/main" id="{433374EA-8DE2-CFE6-F130-8CECEFE9B9F3}"/>
              </a:ext>
            </a:extLst>
          </p:cNvPr>
          <p:cNvSpPr/>
          <p:nvPr userDrawn="1"/>
        </p:nvSpPr>
        <p:spPr>
          <a:xfrm>
            <a:off x="9067727" y="1789592"/>
            <a:ext cx="1581292" cy="1581292"/>
          </a:xfrm>
          <a:prstGeom prst="ellipse">
            <a:avLst/>
          </a:prstGeom>
          <a:noFill/>
          <a:ln w="762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GB"/>
          </a:p>
        </p:txBody>
      </p:sp>
      <p:sp>
        <p:nvSpPr>
          <p:cNvPr id="25" name="Text Placeholder 14">
            <a:extLst>
              <a:ext uri="{FF2B5EF4-FFF2-40B4-BE49-F238E27FC236}">
                <a16:creationId xmlns:a16="http://schemas.microsoft.com/office/drawing/2014/main" id="{68009D65-7144-2D69-EB9A-09DC45279A2B}"/>
              </a:ext>
            </a:extLst>
          </p:cNvPr>
          <p:cNvSpPr>
            <a:spLocks noGrp="1"/>
          </p:cNvSpPr>
          <p:nvPr>
            <p:ph type="body" sz="quarter" idx="48" hasCustomPrompt="1"/>
          </p:nvPr>
        </p:nvSpPr>
        <p:spPr>
          <a:xfrm>
            <a:off x="9067727" y="1789592"/>
            <a:ext cx="1581292" cy="1581292"/>
          </a:xfrm>
          <a:prstGeom prst="arc">
            <a:avLst>
              <a:gd name="adj1" fmla="val 16200000"/>
              <a:gd name="adj2" fmla="val 13391445"/>
            </a:avLst>
          </a:prstGeom>
          <a:noFill/>
          <a:ln w="762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lvl1pPr algn="ctr">
              <a:defRPr lang="en-GB" sz="1000" dirty="0">
                <a:solidFill>
                  <a:sysClr val="windowText" lastClr="000000"/>
                </a:solidFill>
              </a:defRPr>
            </a:lvl1pPr>
          </a:lstStyle>
          <a:p>
            <a:pPr lvl="0" algn="ctr" defTabSz="914400"/>
            <a:r>
              <a:rPr lang="en-US" dirty="0"/>
              <a:t> </a:t>
            </a:r>
            <a:endParaRPr lang="en-GB" dirty="0"/>
          </a:p>
        </p:txBody>
      </p:sp>
      <p:sp>
        <p:nvSpPr>
          <p:cNvPr id="26" name="Text Placeholder 6">
            <a:extLst>
              <a:ext uri="{FF2B5EF4-FFF2-40B4-BE49-F238E27FC236}">
                <a16:creationId xmlns:a16="http://schemas.microsoft.com/office/drawing/2014/main" id="{6EF8C93A-3050-EFD4-D3D9-4B0785DD8EEE}"/>
              </a:ext>
            </a:extLst>
          </p:cNvPr>
          <p:cNvSpPr>
            <a:spLocks noGrp="1"/>
          </p:cNvSpPr>
          <p:nvPr>
            <p:ph type="body" sz="quarter" idx="49" hasCustomPrompt="1"/>
          </p:nvPr>
        </p:nvSpPr>
        <p:spPr>
          <a:xfrm>
            <a:off x="9228794" y="2209897"/>
            <a:ext cx="1259160" cy="760184"/>
          </a:xfrm>
        </p:spPr>
        <p:txBody>
          <a:bodyPr anchor="ctr">
            <a:noAutofit/>
          </a:bodyPr>
          <a:lstStyle>
            <a:lvl1pPr algn="ctr">
              <a:lnSpc>
                <a:spcPct val="100000"/>
              </a:lnSpc>
              <a:spcBef>
                <a:spcPts val="0"/>
              </a:spcBef>
              <a:defRPr sz="2800" b="1">
                <a:solidFill>
                  <a:schemeClr val="tx2"/>
                </a:solidFill>
                <a:latin typeface="+mj-lt"/>
              </a:defRPr>
            </a:lvl1pPr>
          </a:lstStyle>
          <a:p>
            <a:pPr lvl="0"/>
            <a:r>
              <a:rPr lang="en-US" dirty="0"/>
              <a:t>xx%</a:t>
            </a:r>
          </a:p>
        </p:txBody>
      </p:sp>
    </p:spTree>
    <p:extLst>
      <p:ext uri="{BB962C8B-B14F-4D97-AF65-F5344CB8AC3E}">
        <p14:creationId xmlns:p14="http://schemas.microsoft.com/office/powerpoint/2010/main" val="6700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4 Radial Bars C43V1">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C19E034C-1D99-06F7-97F5-2AC8D9ABDEAB}"/>
              </a:ext>
            </a:extLst>
          </p:cNvPr>
          <p:cNvSpPr>
            <a:spLocks noGrp="1"/>
          </p:cNvSpPr>
          <p:nvPr>
            <p:ph type="title"/>
          </p:nvPr>
        </p:nvSpPr>
        <p:spPr>
          <a:xfrm>
            <a:off x="587375" y="584201"/>
            <a:ext cx="11017248" cy="798639"/>
          </a:xfrm>
          <a:prstGeom prst="rect">
            <a:avLst/>
          </a:prstGeom>
        </p:spPr>
        <p:txBody>
          <a:bodyPr anchor="t">
            <a:noAutofit/>
          </a:bodyPr>
          <a:lstStyle>
            <a:lvl1pPr>
              <a:defRPr>
                <a:solidFill>
                  <a:schemeClr val="tx1"/>
                </a:solidFill>
              </a:defRPr>
            </a:lvl1pPr>
          </a:lstStyle>
          <a:p>
            <a:r>
              <a:rPr lang="en-US" dirty="0"/>
              <a:t>Click to edit Master title style</a:t>
            </a:r>
            <a:endParaRPr lang="en-ID" dirty="0"/>
          </a:p>
        </p:txBody>
      </p:sp>
      <p:sp>
        <p:nvSpPr>
          <p:cNvPr id="4" name="Oval 3">
            <a:extLst>
              <a:ext uri="{FF2B5EF4-FFF2-40B4-BE49-F238E27FC236}">
                <a16:creationId xmlns:a16="http://schemas.microsoft.com/office/drawing/2014/main" id="{55E1803B-F15C-4CA3-42A5-1BB82D33C39E}"/>
              </a:ext>
            </a:extLst>
          </p:cNvPr>
          <p:cNvSpPr/>
          <p:nvPr userDrawn="1"/>
        </p:nvSpPr>
        <p:spPr>
          <a:xfrm>
            <a:off x="1236591" y="1772412"/>
            <a:ext cx="1581292" cy="1581292"/>
          </a:xfrm>
          <a:prstGeom prst="ellipse">
            <a:avLst/>
          </a:prstGeom>
          <a:noFill/>
          <a:ln w="762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14">
            <a:extLst>
              <a:ext uri="{FF2B5EF4-FFF2-40B4-BE49-F238E27FC236}">
                <a16:creationId xmlns:a16="http://schemas.microsoft.com/office/drawing/2014/main" id="{91DEF68E-0B5E-E04D-A9E5-0A4C71B5094D}"/>
              </a:ext>
            </a:extLst>
          </p:cNvPr>
          <p:cNvSpPr>
            <a:spLocks noGrp="1"/>
          </p:cNvSpPr>
          <p:nvPr>
            <p:ph type="body" sz="quarter" idx="40" hasCustomPrompt="1"/>
          </p:nvPr>
        </p:nvSpPr>
        <p:spPr>
          <a:xfrm>
            <a:off x="1236591" y="1772412"/>
            <a:ext cx="1581292" cy="1581292"/>
          </a:xfrm>
          <a:prstGeom prst="arc">
            <a:avLst>
              <a:gd name="adj1" fmla="val 16200000"/>
              <a:gd name="adj2" fmla="val 13391445"/>
            </a:avLst>
          </a:prstGeom>
          <a:noFill/>
          <a:ln w="762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defRPr lang="en-GB" sz="1000" dirty="0">
                <a:solidFill>
                  <a:sysClr val="windowText" lastClr="000000"/>
                </a:solidFill>
              </a:defRPr>
            </a:lvl1pPr>
          </a:lstStyle>
          <a:p>
            <a:pPr lvl="0" algn="ctr" defTabSz="914400"/>
            <a:r>
              <a:rPr lang="en-US" dirty="0"/>
              <a:t> </a:t>
            </a:r>
            <a:endParaRPr lang="en-GB" dirty="0"/>
          </a:p>
        </p:txBody>
      </p:sp>
      <p:sp>
        <p:nvSpPr>
          <p:cNvPr id="9" name="Text Placeholder 6">
            <a:extLst>
              <a:ext uri="{FF2B5EF4-FFF2-40B4-BE49-F238E27FC236}">
                <a16:creationId xmlns:a16="http://schemas.microsoft.com/office/drawing/2014/main" id="{399B8CC5-871B-E6F8-1EA4-2AD0E5F22F82}"/>
              </a:ext>
            </a:extLst>
          </p:cNvPr>
          <p:cNvSpPr>
            <a:spLocks noGrp="1"/>
          </p:cNvSpPr>
          <p:nvPr>
            <p:ph type="body" sz="quarter" idx="42" hasCustomPrompt="1"/>
          </p:nvPr>
        </p:nvSpPr>
        <p:spPr>
          <a:xfrm>
            <a:off x="1397657" y="2192717"/>
            <a:ext cx="1259160" cy="760184"/>
          </a:xfrm>
        </p:spPr>
        <p:txBody>
          <a:bodyPr anchor="ctr">
            <a:noAutofit/>
          </a:bodyPr>
          <a:lstStyle>
            <a:lvl1pPr marL="0" indent="0" algn="ctr">
              <a:lnSpc>
                <a:spcPct val="100000"/>
              </a:lnSpc>
              <a:spcBef>
                <a:spcPts val="0"/>
              </a:spcBef>
              <a:buNone/>
              <a:defRPr sz="2800" b="1">
                <a:solidFill>
                  <a:schemeClr val="accent4"/>
                </a:solidFill>
                <a:latin typeface="+mj-lt"/>
              </a:defRPr>
            </a:lvl1pPr>
          </a:lstStyle>
          <a:p>
            <a:pPr lvl="0"/>
            <a:r>
              <a:rPr lang="en-US" dirty="0"/>
              <a:t>xx%</a:t>
            </a:r>
          </a:p>
        </p:txBody>
      </p:sp>
      <p:sp>
        <p:nvSpPr>
          <p:cNvPr id="10" name="Text Placeholder 2">
            <a:extLst>
              <a:ext uri="{FF2B5EF4-FFF2-40B4-BE49-F238E27FC236}">
                <a16:creationId xmlns:a16="http://schemas.microsoft.com/office/drawing/2014/main" id="{7A93E70D-65B5-F19A-9AEF-F941A296D992}"/>
              </a:ext>
            </a:extLst>
          </p:cNvPr>
          <p:cNvSpPr>
            <a:spLocks noGrp="1"/>
          </p:cNvSpPr>
          <p:nvPr>
            <p:ph type="body" sz="quarter" idx="43"/>
          </p:nvPr>
        </p:nvSpPr>
        <p:spPr>
          <a:xfrm>
            <a:off x="877890" y="4129225"/>
            <a:ext cx="2298696" cy="2144575"/>
          </a:xfrm>
        </p:spPr>
        <p:txBody>
          <a:bodyPr>
            <a:noAutofit/>
          </a:bodyPr>
          <a:lstStyle>
            <a:lvl1pPr algn="ctr">
              <a:lnSpc>
                <a:spcPct val="100000"/>
              </a:lnSpc>
              <a:spcBef>
                <a:spcPts val="0"/>
              </a:spcBef>
              <a:defRPr sz="16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1" name="Text Placeholder 7">
            <a:extLst>
              <a:ext uri="{FF2B5EF4-FFF2-40B4-BE49-F238E27FC236}">
                <a16:creationId xmlns:a16="http://schemas.microsoft.com/office/drawing/2014/main" id="{653621B6-5EA2-033E-F68F-7DCEA47EF6FE}"/>
              </a:ext>
            </a:extLst>
          </p:cNvPr>
          <p:cNvSpPr>
            <a:spLocks noGrp="1"/>
          </p:cNvSpPr>
          <p:nvPr>
            <p:ph type="body" sz="quarter" idx="44"/>
          </p:nvPr>
        </p:nvSpPr>
        <p:spPr>
          <a:xfrm>
            <a:off x="877890" y="3539935"/>
            <a:ext cx="2298696" cy="555053"/>
          </a:xfrm>
        </p:spPr>
        <p:txBody>
          <a:bodyPr anchor="ctr">
            <a:noAutofit/>
          </a:bodyPr>
          <a:lstStyle>
            <a:lvl1pPr algn="ctr">
              <a:lnSpc>
                <a:spcPct val="100000"/>
              </a:lnSpc>
              <a:spcBef>
                <a:spcPts val="0"/>
              </a:spcBef>
              <a:defRPr sz="1800">
                <a:solidFill>
                  <a:schemeClr val="tx1"/>
                </a:solidFill>
              </a:defRPr>
            </a:lvl1pPr>
          </a:lstStyle>
          <a:p>
            <a:pPr lvl="0"/>
            <a:r>
              <a:rPr lang="en-GB" dirty="0"/>
              <a:t>Click to edit Master text styles</a:t>
            </a:r>
          </a:p>
        </p:txBody>
      </p:sp>
      <p:sp>
        <p:nvSpPr>
          <p:cNvPr id="12" name="Oval 11">
            <a:extLst>
              <a:ext uri="{FF2B5EF4-FFF2-40B4-BE49-F238E27FC236}">
                <a16:creationId xmlns:a16="http://schemas.microsoft.com/office/drawing/2014/main" id="{BB09CA9D-5F15-145F-88FC-3F4C23BAF3ED}"/>
              </a:ext>
            </a:extLst>
          </p:cNvPr>
          <p:cNvSpPr/>
          <p:nvPr userDrawn="1"/>
        </p:nvSpPr>
        <p:spPr>
          <a:xfrm>
            <a:off x="3949629" y="1772412"/>
            <a:ext cx="1581292" cy="1581292"/>
          </a:xfrm>
          <a:prstGeom prst="ellipse">
            <a:avLst/>
          </a:prstGeom>
          <a:noFill/>
          <a:ln w="762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14">
            <a:extLst>
              <a:ext uri="{FF2B5EF4-FFF2-40B4-BE49-F238E27FC236}">
                <a16:creationId xmlns:a16="http://schemas.microsoft.com/office/drawing/2014/main" id="{33F10F4C-CDA6-8317-544A-7FB1D42A4AD9}"/>
              </a:ext>
            </a:extLst>
          </p:cNvPr>
          <p:cNvSpPr>
            <a:spLocks noGrp="1"/>
          </p:cNvSpPr>
          <p:nvPr>
            <p:ph type="body" sz="quarter" idx="45" hasCustomPrompt="1"/>
          </p:nvPr>
        </p:nvSpPr>
        <p:spPr>
          <a:xfrm>
            <a:off x="3949629" y="1772412"/>
            <a:ext cx="1581292" cy="1581292"/>
          </a:xfrm>
          <a:prstGeom prst="arc">
            <a:avLst>
              <a:gd name="adj1" fmla="val 16200000"/>
              <a:gd name="adj2" fmla="val 13391445"/>
            </a:avLst>
          </a:prstGeom>
          <a:noFill/>
          <a:ln w="762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defRPr lang="en-GB" sz="1000" dirty="0">
                <a:solidFill>
                  <a:sysClr val="windowText" lastClr="000000"/>
                </a:solidFill>
              </a:defRPr>
            </a:lvl1pPr>
          </a:lstStyle>
          <a:p>
            <a:pPr lvl="0" algn="ctr" defTabSz="914400"/>
            <a:r>
              <a:rPr lang="en-US" dirty="0"/>
              <a:t> </a:t>
            </a:r>
            <a:endParaRPr lang="en-GB" dirty="0"/>
          </a:p>
        </p:txBody>
      </p:sp>
      <p:sp>
        <p:nvSpPr>
          <p:cNvPr id="14" name="Text Placeholder 6">
            <a:extLst>
              <a:ext uri="{FF2B5EF4-FFF2-40B4-BE49-F238E27FC236}">
                <a16:creationId xmlns:a16="http://schemas.microsoft.com/office/drawing/2014/main" id="{851D3254-7E83-827B-FC27-9E7BEA84A7B4}"/>
              </a:ext>
            </a:extLst>
          </p:cNvPr>
          <p:cNvSpPr>
            <a:spLocks noGrp="1"/>
          </p:cNvSpPr>
          <p:nvPr>
            <p:ph type="body" sz="quarter" idx="46" hasCustomPrompt="1"/>
          </p:nvPr>
        </p:nvSpPr>
        <p:spPr>
          <a:xfrm>
            <a:off x="4110695" y="2192717"/>
            <a:ext cx="1259160" cy="760184"/>
          </a:xfrm>
        </p:spPr>
        <p:txBody>
          <a:bodyPr anchor="ctr">
            <a:noAutofit/>
          </a:bodyPr>
          <a:lstStyle>
            <a:lvl1pPr marL="0" indent="0" algn="ctr">
              <a:lnSpc>
                <a:spcPct val="100000"/>
              </a:lnSpc>
              <a:spcBef>
                <a:spcPts val="0"/>
              </a:spcBef>
              <a:buNone/>
              <a:defRPr sz="2800" b="1">
                <a:solidFill>
                  <a:schemeClr val="accent4"/>
                </a:solidFill>
                <a:latin typeface="+mj-lt"/>
              </a:defRPr>
            </a:lvl1pPr>
          </a:lstStyle>
          <a:p>
            <a:pPr lvl="0"/>
            <a:r>
              <a:rPr lang="en-US" dirty="0"/>
              <a:t>xx%</a:t>
            </a:r>
          </a:p>
        </p:txBody>
      </p:sp>
      <p:sp>
        <p:nvSpPr>
          <p:cNvPr id="15" name="Text Placeholder 2">
            <a:extLst>
              <a:ext uri="{FF2B5EF4-FFF2-40B4-BE49-F238E27FC236}">
                <a16:creationId xmlns:a16="http://schemas.microsoft.com/office/drawing/2014/main" id="{9DAC0BDE-0636-1FFE-BC36-E1FA741AF831}"/>
              </a:ext>
            </a:extLst>
          </p:cNvPr>
          <p:cNvSpPr>
            <a:spLocks noGrp="1"/>
          </p:cNvSpPr>
          <p:nvPr>
            <p:ph type="body" sz="quarter" idx="47"/>
          </p:nvPr>
        </p:nvSpPr>
        <p:spPr>
          <a:xfrm>
            <a:off x="3590928" y="4129225"/>
            <a:ext cx="2298696" cy="2144575"/>
          </a:xfrm>
        </p:spPr>
        <p:txBody>
          <a:bodyPr>
            <a:noAutofit/>
          </a:bodyPr>
          <a:lstStyle>
            <a:lvl1pPr algn="ctr">
              <a:lnSpc>
                <a:spcPct val="100000"/>
              </a:lnSpc>
              <a:spcBef>
                <a:spcPts val="0"/>
              </a:spcBef>
              <a:defRPr sz="16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6" name="Text Placeholder 7">
            <a:extLst>
              <a:ext uri="{FF2B5EF4-FFF2-40B4-BE49-F238E27FC236}">
                <a16:creationId xmlns:a16="http://schemas.microsoft.com/office/drawing/2014/main" id="{6A8EC22C-067C-C84C-4185-E388C0194B1C}"/>
              </a:ext>
            </a:extLst>
          </p:cNvPr>
          <p:cNvSpPr>
            <a:spLocks noGrp="1"/>
          </p:cNvSpPr>
          <p:nvPr>
            <p:ph type="body" sz="quarter" idx="48"/>
          </p:nvPr>
        </p:nvSpPr>
        <p:spPr>
          <a:xfrm>
            <a:off x="3590928" y="3539935"/>
            <a:ext cx="2298696" cy="555053"/>
          </a:xfrm>
        </p:spPr>
        <p:txBody>
          <a:bodyPr anchor="ctr">
            <a:noAutofit/>
          </a:bodyPr>
          <a:lstStyle>
            <a:lvl1pPr algn="ctr">
              <a:lnSpc>
                <a:spcPct val="100000"/>
              </a:lnSpc>
              <a:spcBef>
                <a:spcPts val="0"/>
              </a:spcBef>
              <a:defRPr sz="1800">
                <a:solidFill>
                  <a:schemeClr val="tx1"/>
                </a:solidFill>
              </a:defRPr>
            </a:lvl1pPr>
          </a:lstStyle>
          <a:p>
            <a:pPr lvl="0"/>
            <a:r>
              <a:rPr lang="en-GB" dirty="0"/>
              <a:t>Click to edit Master text styles</a:t>
            </a:r>
          </a:p>
        </p:txBody>
      </p:sp>
      <p:sp>
        <p:nvSpPr>
          <p:cNvPr id="17" name="Oval 16">
            <a:extLst>
              <a:ext uri="{FF2B5EF4-FFF2-40B4-BE49-F238E27FC236}">
                <a16:creationId xmlns:a16="http://schemas.microsoft.com/office/drawing/2014/main" id="{748B75F7-1FED-D02B-3936-6CECAE62A219}"/>
              </a:ext>
            </a:extLst>
          </p:cNvPr>
          <p:cNvSpPr/>
          <p:nvPr userDrawn="1"/>
        </p:nvSpPr>
        <p:spPr>
          <a:xfrm>
            <a:off x="6662667" y="1772412"/>
            <a:ext cx="1581292" cy="1581292"/>
          </a:xfrm>
          <a:prstGeom prst="ellipse">
            <a:avLst/>
          </a:prstGeom>
          <a:noFill/>
          <a:ln w="762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 Placeholder 14">
            <a:extLst>
              <a:ext uri="{FF2B5EF4-FFF2-40B4-BE49-F238E27FC236}">
                <a16:creationId xmlns:a16="http://schemas.microsoft.com/office/drawing/2014/main" id="{D89E94AF-3E8A-B862-0007-9E93166FAEF4}"/>
              </a:ext>
            </a:extLst>
          </p:cNvPr>
          <p:cNvSpPr>
            <a:spLocks noGrp="1"/>
          </p:cNvSpPr>
          <p:nvPr>
            <p:ph type="body" sz="quarter" idx="49" hasCustomPrompt="1"/>
          </p:nvPr>
        </p:nvSpPr>
        <p:spPr>
          <a:xfrm>
            <a:off x="6662667" y="1772412"/>
            <a:ext cx="1581292" cy="1581292"/>
          </a:xfrm>
          <a:prstGeom prst="arc">
            <a:avLst>
              <a:gd name="adj1" fmla="val 16200000"/>
              <a:gd name="adj2" fmla="val 13391445"/>
            </a:avLst>
          </a:prstGeom>
          <a:noFill/>
          <a:ln w="762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defRPr lang="en-GB" sz="1000" dirty="0">
                <a:solidFill>
                  <a:sysClr val="windowText" lastClr="000000"/>
                </a:solidFill>
              </a:defRPr>
            </a:lvl1pPr>
          </a:lstStyle>
          <a:p>
            <a:pPr lvl="0" algn="ctr" defTabSz="914400"/>
            <a:r>
              <a:rPr lang="en-US" dirty="0"/>
              <a:t> </a:t>
            </a:r>
            <a:endParaRPr lang="en-GB" dirty="0"/>
          </a:p>
        </p:txBody>
      </p:sp>
      <p:sp>
        <p:nvSpPr>
          <p:cNvPr id="19" name="Text Placeholder 6">
            <a:extLst>
              <a:ext uri="{FF2B5EF4-FFF2-40B4-BE49-F238E27FC236}">
                <a16:creationId xmlns:a16="http://schemas.microsoft.com/office/drawing/2014/main" id="{2576BE4F-5EE5-7ABB-EA7F-A8BD6C65EC1C}"/>
              </a:ext>
            </a:extLst>
          </p:cNvPr>
          <p:cNvSpPr>
            <a:spLocks noGrp="1"/>
          </p:cNvSpPr>
          <p:nvPr>
            <p:ph type="body" sz="quarter" idx="50" hasCustomPrompt="1"/>
          </p:nvPr>
        </p:nvSpPr>
        <p:spPr>
          <a:xfrm>
            <a:off x="6823733" y="2192717"/>
            <a:ext cx="1259160" cy="760184"/>
          </a:xfrm>
        </p:spPr>
        <p:txBody>
          <a:bodyPr anchor="ctr">
            <a:noAutofit/>
          </a:bodyPr>
          <a:lstStyle>
            <a:lvl1pPr marL="0" indent="0" algn="ctr">
              <a:lnSpc>
                <a:spcPct val="100000"/>
              </a:lnSpc>
              <a:spcBef>
                <a:spcPts val="0"/>
              </a:spcBef>
              <a:buNone/>
              <a:defRPr sz="2800" b="1">
                <a:solidFill>
                  <a:schemeClr val="accent4"/>
                </a:solidFill>
                <a:latin typeface="+mj-lt"/>
              </a:defRPr>
            </a:lvl1pPr>
          </a:lstStyle>
          <a:p>
            <a:pPr lvl="0"/>
            <a:r>
              <a:rPr lang="en-US" dirty="0"/>
              <a:t>xx%</a:t>
            </a:r>
          </a:p>
        </p:txBody>
      </p:sp>
      <p:sp>
        <p:nvSpPr>
          <p:cNvPr id="20" name="Text Placeholder 2">
            <a:extLst>
              <a:ext uri="{FF2B5EF4-FFF2-40B4-BE49-F238E27FC236}">
                <a16:creationId xmlns:a16="http://schemas.microsoft.com/office/drawing/2014/main" id="{EDD24A74-26FF-4C96-A985-8552AB5344AE}"/>
              </a:ext>
            </a:extLst>
          </p:cNvPr>
          <p:cNvSpPr>
            <a:spLocks noGrp="1"/>
          </p:cNvSpPr>
          <p:nvPr>
            <p:ph type="body" sz="quarter" idx="51"/>
          </p:nvPr>
        </p:nvSpPr>
        <p:spPr>
          <a:xfrm>
            <a:off x="6303966" y="4129225"/>
            <a:ext cx="2298696" cy="2144575"/>
          </a:xfrm>
        </p:spPr>
        <p:txBody>
          <a:bodyPr>
            <a:noAutofit/>
          </a:bodyPr>
          <a:lstStyle>
            <a:lvl1pPr algn="ctr">
              <a:lnSpc>
                <a:spcPct val="100000"/>
              </a:lnSpc>
              <a:spcBef>
                <a:spcPts val="0"/>
              </a:spcBef>
              <a:defRPr sz="16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21" name="Text Placeholder 7">
            <a:extLst>
              <a:ext uri="{FF2B5EF4-FFF2-40B4-BE49-F238E27FC236}">
                <a16:creationId xmlns:a16="http://schemas.microsoft.com/office/drawing/2014/main" id="{0743E82E-2C7D-7B74-ADE1-96D8C2DBBF80}"/>
              </a:ext>
            </a:extLst>
          </p:cNvPr>
          <p:cNvSpPr>
            <a:spLocks noGrp="1"/>
          </p:cNvSpPr>
          <p:nvPr>
            <p:ph type="body" sz="quarter" idx="52"/>
          </p:nvPr>
        </p:nvSpPr>
        <p:spPr>
          <a:xfrm>
            <a:off x="6303966" y="3539935"/>
            <a:ext cx="2298696" cy="555053"/>
          </a:xfrm>
        </p:spPr>
        <p:txBody>
          <a:bodyPr anchor="ctr">
            <a:noAutofit/>
          </a:bodyPr>
          <a:lstStyle>
            <a:lvl1pPr algn="ctr">
              <a:lnSpc>
                <a:spcPct val="100000"/>
              </a:lnSpc>
              <a:spcBef>
                <a:spcPts val="0"/>
              </a:spcBef>
              <a:defRPr sz="1800">
                <a:solidFill>
                  <a:schemeClr val="tx1"/>
                </a:solidFill>
              </a:defRPr>
            </a:lvl1pPr>
          </a:lstStyle>
          <a:p>
            <a:pPr lvl="0"/>
            <a:r>
              <a:rPr lang="en-GB" dirty="0"/>
              <a:t>Click to edit Master text styles</a:t>
            </a:r>
          </a:p>
        </p:txBody>
      </p:sp>
      <p:sp>
        <p:nvSpPr>
          <p:cNvPr id="22" name="Oval 21">
            <a:extLst>
              <a:ext uri="{FF2B5EF4-FFF2-40B4-BE49-F238E27FC236}">
                <a16:creationId xmlns:a16="http://schemas.microsoft.com/office/drawing/2014/main" id="{E9CC9DBB-0DFD-352D-370F-812F956D8D80}"/>
              </a:ext>
            </a:extLst>
          </p:cNvPr>
          <p:cNvSpPr/>
          <p:nvPr userDrawn="1"/>
        </p:nvSpPr>
        <p:spPr>
          <a:xfrm>
            <a:off x="9375706" y="1772412"/>
            <a:ext cx="1581292" cy="1581292"/>
          </a:xfrm>
          <a:prstGeom prst="ellipse">
            <a:avLst/>
          </a:prstGeom>
          <a:noFill/>
          <a:ln w="762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 Placeholder 14">
            <a:extLst>
              <a:ext uri="{FF2B5EF4-FFF2-40B4-BE49-F238E27FC236}">
                <a16:creationId xmlns:a16="http://schemas.microsoft.com/office/drawing/2014/main" id="{14E23CBD-4B85-9B6A-E464-13D50992117C}"/>
              </a:ext>
            </a:extLst>
          </p:cNvPr>
          <p:cNvSpPr>
            <a:spLocks noGrp="1"/>
          </p:cNvSpPr>
          <p:nvPr>
            <p:ph type="body" sz="quarter" idx="53" hasCustomPrompt="1"/>
          </p:nvPr>
        </p:nvSpPr>
        <p:spPr>
          <a:xfrm>
            <a:off x="9375706" y="1772412"/>
            <a:ext cx="1581292" cy="1581292"/>
          </a:xfrm>
          <a:prstGeom prst="arc">
            <a:avLst>
              <a:gd name="adj1" fmla="val 16200000"/>
              <a:gd name="adj2" fmla="val 13391445"/>
            </a:avLst>
          </a:prstGeom>
          <a:noFill/>
          <a:ln w="762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lvl1pPr>
              <a:defRPr lang="en-GB" sz="1000" dirty="0">
                <a:solidFill>
                  <a:sysClr val="windowText" lastClr="000000"/>
                </a:solidFill>
              </a:defRPr>
            </a:lvl1pPr>
          </a:lstStyle>
          <a:p>
            <a:pPr lvl="0" algn="ctr" defTabSz="914400"/>
            <a:r>
              <a:rPr lang="en-US" dirty="0"/>
              <a:t> </a:t>
            </a:r>
            <a:endParaRPr lang="en-GB" dirty="0"/>
          </a:p>
        </p:txBody>
      </p:sp>
      <p:sp>
        <p:nvSpPr>
          <p:cNvPr id="24" name="Text Placeholder 6">
            <a:extLst>
              <a:ext uri="{FF2B5EF4-FFF2-40B4-BE49-F238E27FC236}">
                <a16:creationId xmlns:a16="http://schemas.microsoft.com/office/drawing/2014/main" id="{31571428-972D-7B6D-7858-93850379C8BD}"/>
              </a:ext>
            </a:extLst>
          </p:cNvPr>
          <p:cNvSpPr>
            <a:spLocks noGrp="1"/>
          </p:cNvSpPr>
          <p:nvPr>
            <p:ph type="body" sz="quarter" idx="54" hasCustomPrompt="1"/>
          </p:nvPr>
        </p:nvSpPr>
        <p:spPr>
          <a:xfrm>
            <a:off x="9536772" y="2192717"/>
            <a:ext cx="1259160" cy="760184"/>
          </a:xfrm>
        </p:spPr>
        <p:txBody>
          <a:bodyPr anchor="ctr">
            <a:noAutofit/>
          </a:bodyPr>
          <a:lstStyle>
            <a:lvl1pPr marL="0" indent="0" algn="ctr">
              <a:lnSpc>
                <a:spcPct val="100000"/>
              </a:lnSpc>
              <a:spcBef>
                <a:spcPts val="0"/>
              </a:spcBef>
              <a:buNone/>
              <a:defRPr sz="2800" b="1">
                <a:solidFill>
                  <a:schemeClr val="accent4"/>
                </a:solidFill>
                <a:latin typeface="+mj-lt"/>
              </a:defRPr>
            </a:lvl1pPr>
          </a:lstStyle>
          <a:p>
            <a:pPr lvl="0"/>
            <a:r>
              <a:rPr lang="en-US" dirty="0"/>
              <a:t>xx%</a:t>
            </a:r>
          </a:p>
        </p:txBody>
      </p:sp>
      <p:sp>
        <p:nvSpPr>
          <p:cNvPr id="25" name="Text Placeholder 2">
            <a:extLst>
              <a:ext uri="{FF2B5EF4-FFF2-40B4-BE49-F238E27FC236}">
                <a16:creationId xmlns:a16="http://schemas.microsoft.com/office/drawing/2014/main" id="{70DC3AF2-DC88-47EF-70B7-4A35DC12DD2A}"/>
              </a:ext>
            </a:extLst>
          </p:cNvPr>
          <p:cNvSpPr>
            <a:spLocks noGrp="1"/>
          </p:cNvSpPr>
          <p:nvPr>
            <p:ph type="body" sz="quarter" idx="55"/>
          </p:nvPr>
        </p:nvSpPr>
        <p:spPr>
          <a:xfrm>
            <a:off x="9017005" y="4129225"/>
            <a:ext cx="2298696" cy="2144575"/>
          </a:xfrm>
        </p:spPr>
        <p:txBody>
          <a:bodyPr>
            <a:noAutofit/>
          </a:bodyPr>
          <a:lstStyle>
            <a:lvl1pPr algn="ctr">
              <a:lnSpc>
                <a:spcPct val="100000"/>
              </a:lnSpc>
              <a:spcBef>
                <a:spcPts val="0"/>
              </a:spcBef>
              <a:defRPr sz="16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26" name="Text Placeholder 7">
            <a:extLst>
              <a:ext uri="{FF2B5EF4-FFF2-40B4-BE49-F238E27FC236}">
                <a16:creationId xmlns:a16="http://schemas.microsoft.com/office/drawing/2014/main" id="{333EA874-8B21-2BE1-00A3-BEBAEC67E43A}"/>
              </a:ext>
            </a:extLst>
          </p:cNvPr>
          <p:cNvSpPr>
            <a:spLocks noGrp="1"/>
          </p:cNvSpPr>
          <p:nvPr>
            <p:ph type="body" sz="quarter" idx="56"/>
          </p:nvPr>
        </p:nvSpPr>
        <p:spPr>
          <a:xfrm>
            <a:off x="9017005" y="3539935"/>
            <a:ext cx="2298696" cy="555053"/>
          </a:xfrm>
        </p:spPr>
        <p:txBody>
          <a:bodyPr anchor="ctr">
            <a:noAutofit/>
          </a:bodyPr>
          <a:lstStyle>
            <a:lvl1pPr algn="ctr">
              <a:lnSpc>
                <a:spcPct val="100000"/>
              </a:lnSpc>
              <a:spcBef>
                <a:spcPts val="0"/>
              </a:spcBef>
              <a:defRPr sz="1800">
                <a:solidFill>
                  <a:schemeClr val="tx1"/>
                </a:solidFill>
              </a:defRPr>
            </a:lvl1pPr>
          </a:lstStyle>
          <a:p>
            <a:pPr lvl="0"/>
            <a:r>
              <a:rPr lang="en-GB" dirty="0"/>
              <a:t>Click to edit Master text styles</a:t>
            </a:r>
          </a:p>
        </p:txBody>
      </p:sp>
    </p:spTree>
    <p:extLst>
      <p:ext uri="{BB962C8B-B14F-4D97-AF65-F5344CB8AC3E}">
        <p14:creationId xmlns:p14="http://schemas.microsoft.com/office/powerpoint/2010/main" val="33673592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 Chart C44V1">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C19E034C-1D99-06F7-97F5-2AC8D9ABDEAB}"/>
              </a:ext>
            </a:extLst>
          </p:cNvPr>
          <p:cNvSpPr>
            <a:spLocks noGrp="1"/>
          </p:cNvSpPr>
          <p:nvPr>
            <p:ph type="title"/>
          </p:nvPr>
        </p:nvSpPr>
        <p:spPr>
          <a:xfrm>
            <a:off x="587375" y="584201"/>
            <a:ext cx="11017248" cy="798639"/>
          </a:xfrm>
          <a:prstGeom prst="rect">
            <a:avLst/>
          </a:prstGeom>
        </p:spPr>
        <p:txBody>
          <a:bodyPr anchor="t">
            <a:noAutofit/>
          </a:bodyPr>
          <a:lstStyle>
            <a:lvl1pPr>
              <a:defRPr>
                <a:solidFill>
                  <a:schemeClr val="tx1"/>
                </a:solidFill>
              </a:defRPr>
            </a:lvl1pPr>
          </a:lstStyle>
          <a:p>
            <a:r>
              <a:rPr lang="en-US" dirty="0"/>
              <a:t>Click to edit Master title style</a:t>
            </a:r>
            <a:endParaRPr lang="en-ID" dirty="0"/>
          </a:p>
        </p:txBody>
      </p:sp>
      <p:sp>
        <p:nvSpPr>
          <p:cNvPr id="2" name="Text Placeholder 2">
            <a:extLst>
              <a:ext uri="{FF2B5EF4-FFF2-40B4-BE49-F238E27FC236}">
                <a16:creationId xmlns:a16="http://schemas.microsoft.com/office/drawing/2014/main" id="{6CC71B14-7CDE-2DFC-7ACC-166293B9739B}"/>
              </a:ext>
            </a:extLst>
          </p:cNvPr>
          <p:cNvSpPr>
            <a:spLocks noGrp="1"/>
          </p:cNvSpPr>
          <p:nvPr>
            <p:ph type="body" sz="quarter" idx="42"/>
          </p:nvPr>
        </p:nvSpPr>
        <p:spPr>
          <a:xfrm>
            <a:off x="6496049" y="2388845"/>
            <a:ext cx="5108573" cy="3402355"/>
          </a:xfrm>
        </p:spPr>
        <p:txBody>
          <a:bodyPr>
            <a:noAutofit/>
          </a:bodyPr>
          <a:lstStyle>
            <a:lvl1pPr>
              <a:lnSpc>
                <a:spcPct val="100000"/>
              </a:lnSpc>
              <a:spcBef>
                <a:spcPts val="0"/>
              </a:spcBef>
              <a:defRPr sz="16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3" name="Text Placeholder 7">
            <a:extLst>
              <a:ext uri="{FF2B5EF4-FFF2-40B4-BE49-F238E27FC236}">
                <a16:creationId xmlns:a16="http://schemas.microsoft.com/office/drawing/2014/main" id="{2B5676C3-4F2C-7B98-BC68-0511C1A3F3B9}"/>
              </a:ext>
            </a:extLst>
          </p:cNvPr>
          <p:cNvSpPr>
            <a:spLocks noGrp="1"/>
          </p:cNvSpPr>
          <p:nvPr>
            <p:ph type="body" sz="quarter" idx="43"/>
          </p:nvPr>
        </p:nvSpPr>
        <p:spPr>
          <a:xfrm>
            <a:off x="6496049" y="1678983"/>
            <a:ext cx="5108573" cy="676285"/>
          </a:xfrm>
        </p:spPr>
        <p:txBody>
          <a:bodyPr anchor="b">
            <a:noAutofit/>
          </a:bodyPr>
          <a:lstStyle>
            <a:lvl1pPr>
              <a:lnSpc>
                <a:spcPct val="100000"/>
              </a:lnSpc>
              <a:spcBef>
                <a:spcPts val="0"/>
              </a:spcBef>
              <a:defRPr sz="1800">
                <a:solidFill>
                  <a:schemeClr val="tx1"/>
                </a:solidFill>
              </a:defRPr>
            </a:lvl1pPr>
          </a:lstStyle>
          <a:p>
            <a:pPr lvl="0"/>
            <a:r>
              <a:rPr lang="en-GB" dirty="0"/>
              <a:t>Click to edit Master text styles</a:t>
            </a:r>
          </a:p>
        </p:txBody>
      </p:sp>
      <p:sp>
        <p:nvSpPr>
          <p:cNvPr id="28" name="Chart Placeholder 27">
            <a:extLst>
              <a:ext uri="{FF2B5EF4-FFF2-40B4-BE49-F238E27FC236}">
                <a16:creationId xmlns:a16="http://schemas.microsoft.com/office/drawing/2014/main" id="{B5E2E71B-4A29-B044-14A3-DF9F45240B5B}"/>
              </a:ext>
            </a:extLst>
          </p:cNvPr>
          <p:cNvSpPr>
            <a:spLocks noGrp="1"/>
          </p:cNvSpPr>
          <p:nvPr>
            <p:ph type="chart" sz="quarter" idx="44"/>
          </p:nvPr>
        </p:nvSpPr>
        <p:spPr>
          <a:xfrm>
            <a:off x="587375" y="1678983"/>
            <a:ext cx="5108573" cy="4112217"/>
          </a:xfrm>
          <a:pattFill prst="pct5">
            <a:fgClr>
              <a:schemeClr val="accent6"/>
            </a:fgClr>
            <a:bgClr>
              <a:schemeClr val="accent4"/>
            </a:bgClr>
          </a:pattFill>
        </p:spPr>
        <p:txBody>
          <a:bodyPr vert="horz" wrap="square" lIns="91440" tIns="45720" rIns="91440" bIns="45720" rtlCol="0" anchor="t">
            <a:noAutofit/>
          </a:bodyPr>
          <a:lstStyle>
            <a:lvl1pPr>
              <a:defRPr lang="en-GB" sz="1400"/>
            </a:lvl1pPr>
          </a:lstStyle>
          <a:p>
            <a:pPr lvl="0" algn="ctr"/>
            <a:endParaRPr lang="en-GB"/>
          </a:p>
        </p:txBody>
      </p:sp>
    </p:spTree>
    <p:extLst>
      <p:ext uri="{BB962C8B-B14F-4D97-AF65-F5344CB8AC3E}">
        <p14:creationId xmlns:p14="http://schemas.microsoft.com/office/powerpoint/2010/main" val="12413311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 Chart C44V2">
    <p:bg>
      <p:bgPr>
        <a:solidFill>
          <a:schemeClr val="bg2">
            <a:alpha val="30000"/>
          </a:schemeClr>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0D78536D-56B8-C8AB-E6BB-E0331088471C}"/>
              </a:ext>
            </a:extLst>
          </p:cNvPr>
          <p:cNvSpPr>
            <a:spLocks noGrp="1"/>
          </p:cNvSpPr>
          <p:nvPr>
            <p:ph type="title"/>
          </p:nvPr>
        </p:nvSpPr>
        <p:spPr>
          <a:xfrm>
            <a:off x="587375" y="584201"/>
            <a:ext cx="11017248" cy="798639"/>
          </a:xfrm>
          <a:prstGeom prst="rect">
            <a:avLst/>
          </a:prstGeom>
        </p:spPr>
        <p:txBody>
          <a:bodyPr anchor="t">
            <a:noAutofit/>
          </a:bodyPr>
          <a:lstStyle>
            <a:lvl1pPr>
              <a:defRPr>
                <a:solidFill>
                  <a:schemeClr val="tx2"/>
                </a:solidFill>
              </a:defRPr>
            </a:lvl1pPr>
          </a:lstStyle>
          <a:p>
            <a:r>
              <a:rPr lang="en-US" dirty="0"/>
              <a:t>Click to edit Master title style</a:t>
            </a:r>
            <a:endParaRPr lang="en-ID" dirty="0"/>
          </a:p>
        </p:txBody>
      </p:sp>
      <p:sp>
        <p:nvSpPr>
          <p:cNvPr id="2" name="Text Placeholder 2">
            <a:extLst>
              <a:ext uri="{FF2B5EF4-FFF2-40B4-BE49-F238E27FC236}">
                <a16:creationId xmlns:a16="http://schemas.microsoft.com/office/drawing/2014/main" id="{C20FD7B2-9990-E298-D806-AECFBE9C6EDB}"/>
              </a:ext>
            </a:extLst>
          </p:cNvPr>
          <p:cNvSpPr>
            <a:spLocks noGrp="1"/>
          </p:cNvSpPr>
          <p:nvPr>
            <p:ph type="body" sz="quarter" idx="42"/>
          </p:nvPr>
        </p:nvSpPr>
        <p:spPr>
          <a:xfrm>
            <a:off x="587375" y="2388845"/>
            <a:ext cx="5108573" cy="3402355"/>
          </a:xfrm>
        </p:spPr>
        <p:txBody>
          <a:bodyPr vert="horz" lIns="91440" tIns="45720" rIns="91440" bIns="45720" rtlCol="0">
            <a:noAutofit/>
          </a:bodyPr>
          <a:lstStyle>
            <a:lvl1pPr>
              <a:defRPr lang="en-US" sz="1600" b="0" dirty="0">
                <a:solidFill>
                  <a:schemeClr val="tx2"/>
                </a:solidFill>
              </a:defRPr>
            </a:lvl1pPr>
          </a:lstStyle>
          <a:p>
            <a:pPr lvl="0">
              <a:lnSpc>
                <a:spcPct val="100000"/>
              </a:lnSpc>
              <a:spcBef>
                <a:spcPts val="0"/>
              </a:spcBef>
            </a:pPr>
            <a:r>
              <a:rPr lang="en-US" dirty="0"/>
              <a:t>Click to edit Master text styles</a:t>
            </a:r>
          </a:p>
        </p:txBody>
      </p:sp>
      <p:sp>
        <p:nvSpPr>
          <p:cNvPr id="4" name="Text Placeholder 7">
            <a:extLst>
              <a:ext uri="{FF2B5EF4-FFF2-40B4-BE49-F238E27FC236}">
                <a16:creationId xmlns:a16="http://schemas.microsoft.com/office/drawing/2014/main" id="{04953936-D176-288C-86FB-0093FEA70384}"/>
              </a:ext>
            </a:extLst>
          </p:cNvPr>
          <p:cNvSpPr>
            <a:spLocks noGrp="1"/>
          </p:cNvSpPr>
          <p:nvPr>
            <p:ph type="body" sz="quarter" idx="43"/>
          </p:nvPr>
        </p:nvSpPr>
        <p:spPr>
          <a:xfrm>
            <a:off x="587375" y="1678983"/>
            <a:ext cx="5108573" cy="676285"/>
          </a:xfrm>
        </p:spPr>
        <p:txBody>
          <a:bodyPr vert="horz" lIns="91440" tIns="45720" rIns="91440" bIns="45720" rtlCol="0" anchor="b">
            <a:noAutofit/>
          </a:bodyPr>
          <a:lstStyle>
            <a:lvl1pPr>
              <a:defRPr lang="en-GB" sz="1800" dirty="0">
                <a:solidFill>
                  <a:schemeClr val="tx2"/>
                </a:solidFill>
              </a:defRPr>
            </a:lvl1pPr>
          </a:lstStyle>
          <a:p>
            <a:pPr lvl="0">
              <a:lnSpc>
                <a:spcPct val="100000"/>
              </a:lnSpc>
              <a:spcBef>
                <a:spcPts val="0"/>
              </a:spcBef>
            </a:pPr>
            <a:r>
              <a:rPr lang="en-GB" dirty="0"/>
              <a:t>Click to edit Master text styles</a:t>
            </a:r>
          </a:p>
        </p:txBody>
      </p:sp>
      <p:sp>
        <p:nvSpPr>
          <p:cNvPr id="7" name="Chart Placeholder 27">
            <a:extLst>
              <a:ext uri="{FF2B5EF4-FFF2-40B4-BE49-F238E27FC236}">
                <a16:creationId xmlns:a16="http://schemas.microsoft.com/office/drawing/2014/main" id="{B2197681-7D14-90ED-5FE1-79923EF28925}"/>
              </a:ext>
            </a:extLst>
          </p:cNvPr>
          <p:cNvSpPr>
            <a:spLocks noGrp="1"/>
          </p:cNvSpPr>
          <p:nvPr>
            <p:ph type="chart" sz="quarter" idx="44"/>
          </p:nvPr>
        </p:nvSpPr>
        <p:spPr>
          <a:xfrm>
            <a:off x="6496050" y="1678983"/>
            <a:ext cx="5108573" cy="4112217"/>
          </a:xfrm>
          <a:pattFill prst="pct5">
            <a:fgClr>
              <a:schemeClr val="accent6"/>
            </a:fgClr>
            <a:bgClr>
              <a:schemeClr val="accent4"/>
            </a:bgClr>
          </a:pattFill>
        </p:spPr>
        <p:txBody>
          <a:bodyPr vert="horz" wrap="square" lIns="91440" tIns="45720" rIns="91440" bIns="45720" rtlCol="0" anchor="t">
            <a:noAutofit/>
          </a:bodyPr>
          <a:lstStyle>
            <a:lvl1pPr>
              <a:defRPr lang="en-GB" sz="1400"/>
            </a:lvl1pPr>
          </a:lstStyle>
          <a:p>
            <a:pPr lvl="0" algn="ctr"/>
            <a:endParaRPr lang="en-GB"/>
          </a:p>
        </p:txBody>
      </p:sp>
    </p:spTree>
    <p:extLst>
      <p:ext uri="{BB962C8B-B14F-4D97-AF65-F5344CB8AC3E}">
        <p14:creationId xmlns:p14="http://schemas.microsoft.com/office/powerpoint/2010/main" val="695841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meline I60V1">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C19E034C-1D99-06F7-97F5-2AC8D9ABDEAB}"/>
              </a:ext>
            </a:extLst>
          </p:cNvPr>
          <p:cNvSpPr>
            <a:spLocks noGrp="1"/>
          </p:cNvSpPr>
          <p:nvPr>
            <p:ph type="title"/>
          </p:nvPr>
        </p:nvSpPr>
        <p:spPr>
          <a:xfrm>
            <a:off x="587375" y="584201"/>
            <a:ext cx="11017248" cy="798639"/>
          </a:xfrm>
          <a:prstGeom prst="rect">
            <a:avLst/>
          </a:prstGeom>
        </p:spPr>
        <p:txBody>
          <a:bodyPr anchor="t">
            <a:noAutofit/>
          </a:bodyPr>
          <a:lstStyle>
            <a:lvl1pPr>
              <a:defRPr>
                <a:solidFill>
                  <a:schemeClr val="tx1"/>
                </a:solidFill>
              </a:defRPr>
            </a:lvl1pPr>
          </a:lstStyle>
          <a:p>
            <a:r>
              <a:rPr lang="en-US" dirty="0"/>
              <a:t>Click to edit Master title style</a:t>
            </a:r>
            <a:endParaRPr lang="en-ID" dirty="0"/>
          </a:p>
        </p:txBody>
      </p:sp>
      <p:cxnSp>
        <p:nvCxnSpPr>
          <p:cNvPr id="9" name="Straight Arrow Connector 8">
            <a:extLst>
              <a:ext uri="{FF2B5EF4-FFF2-40B4-BE49-F238E27FC236}">
                <a16:creationId xmlns:a16="http://schemas.microsoft.com/office/drawing/2014/main" id="{7817D2B4-6B26-0AD0-701C-0544423A01AC}"/>
              </a:ext>
            </a:extLst>
          </p:cNvPr>
          <p:cNvCxnSpPr/>
          <p:nvPr userDrawn="1"/>
        </p:nvCxnSpPr>
        <p:spPr>
          <a:xfrm>
            <a:off x="587375" y="3823669"/>
            <a:ext cx="11017248" cy="0"/>
          </a:xfrm>
          <a:prstGeom prst="straightConnector1">
            <a:avLst/>
          </a:prstGeom>
          <a:ln w="38100" cap="rnd">
            <a:solidFill>
              <a:schemeClr val="accent5"/>
            </a:solidFill>
            <a:prstDash val="dash"/>
            <a:tailEnd type="stealth" w="lg" len="lg"/>
          </a:ln>
        </p:spPr>
        <p:style>
          <a:lnRef idx="1">
            <a:schemeClr val="accent1"/>
          </a:lnRef>
          <a:fillRef idx="0">
            <a:schemeClr val="accent1"/>
          </a:fillRef>
          <a:effectRef idx="0">
            <a:schemeClr val="accent1"/>
          </a:effectRef>
          <a:fontRef idx="minor">
            <a:schemeClr val="tx1"/>
          </a:fontRef>
        </p:style>
      </p:cxnSp>
      <p:sp>
        <p:nvSpPr>
          <p:cNvPr id="3" name="Text Placeholder 168">
            <a:extLst>
              <a:ext uri="{FF2B5EF4-FFF2-40B4-BE49-F238E27FC236}">
                <a16:creationId xmlns:a16="http://schemas.microsoft.com/office/drawing/2014/main" id="{A2DEF8EA-0150-4590-9F27-095E9EDA75BD}"/>
              </a:ext>
            </a:extLst>
          </p:cNvPr>
          <p:cNvSpPr>
            <a:spLocks noGrp="1"/>
          </p:cNvSpPr>
          <p:nvPr>
            <p:ph type="body" sz="quarter" idx="66" hasCustomPrompt="1"/>
          </p:nvPr>
        </p:nvSpPr>
        <p:spPr>
          <a:xfrm>
            <a:off x="850900" y="3632200"/>
            <a:ext cx="360000" cy="360000"/>
          </a:xfrm>
          <a:prstGeom prst="ellipse">
            <a:avLst/>
          </a:prstGeom>
          <a:solidFill>
            <a:schemeClr val="accent5"/>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11" name="Text Placeholder 2">
            <a:extLst>
              <a:ext uri="{FF2B5EF4-FFF2-40B4-BE49-F238E27FC236}">
                <a16:creationId xmlns:a16="http://schemas.microsoft.com/office/drawing/2014/main" id="{F28F6B1D-4DCA-64CC-37E2-93E3E1C27A15}"/>
              </a:ext>
            </a:extLst>
          </p:cNvPr>
          <p:cNvSpPr>
            <a:spLocks noGrp="1"/>
          </p:cNvSpPr>
          <p:nvPr>
            <p:ph type="body" sz="quarter" idx="15"/>
          </p:nvPr>
        </p:nvSpPr>
        <p:spPr>
          <a:xfrm>
            <a:off x="1127127" y="4838192"/>
            <a:ext cx="2952748" cy="1031636"/>
          </a:xfrm>
        </p:spPr>
        <p:txBody>
          <a:bodyPr>
            <a:noAutofit/>
          </a:bodyPr>
          <a:lstStyle>
            <a:lvl1pPr>
              <a:lnSpc>
                <a:spcPct val="100000"/>
              </a:lnSpc>
              <a:spcBef>
                <a:spcPts val="0"/>
              </a:spcBef>
              <a:defRPr sz="16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2" name="Text Placeholder 7">
            <a:extLst>
              <a:ext uri="{FF2B5EF4-FFF2-40B4-BE49-F238E27FC236}">
                <a16:creationId xmlns:a16="http://schemas.microsoft.com/office/drawing/2014/main" id="{6021618B-4EB6-1383-0324-FDB1CA8A6ABA}"/>
              </a:ext>
            </a:extLst>
          </p:cNvPr>
          <p:cNvSpPr>
            <a:spLocks noGrp="1"/>
          </p:cNvSpPr>
          <p:nvPr>
            <p:ph type="body" sz="quarter" idx="16"/>
          </p:nvPr>
        </p:nvSpPr>
        <p:spPr>
          <a:xfrm>
            <a:off x="1127127" y="4128329"/>
            <a:ext cx="2952748" cy="676285"/>
          </a:xfrm>
        </p:spPr>
        <p:txBody>
          <a:bodyPr anchor="b">
            <a:noAutofit/>
          </a:bodyPr>
          <a:lstStyle>
            <a:lvl1pPr>
              <a:lnSpc>
                <a:spcPct val="100000"/>
              </a:lnSpc>
              <a:spcBef>
                <a:spcPts val="0"/>
              </a:spcBef>
              <a:defRPr sz="1800">
                <a:solidFill>
                  <a:schemeClr val="tx1"/>
                </a:solidFill>
              </a:defRPr>
            </a:lvl1pPr>
          </a:lstStyle>
          <a:p>
            <a:pPr lvl="0"/>
            <a:r>
              <a:rPr lang="en-GB" dirty="0"/>
              <a:t>Click to edit Master text styles</a:t>
            </a:r>
          </a:p>
        </p:txBody>
      </p:sp>
      <p:sp>
        <p:nvSpPr>
          <p:cNvPr id="13" name="Text Placeholder 7">
            <a:extLst>
              <a:ext uri="{FF2B5EF4-FFF2-40B4-BE49-F238E27FC236}">
                <a16:creationId xmlns:a16="http://schemas.microsoft.com/office/drawing/2014/main" id="{3BA08B14-D12D-E3B4-766E-E52B64E79D7C}"/>
              </a:ext>
            </a:extLst>
          </p:cNvPr>
          <p:cNvSpPr>
            <a:spLocks noGrp="1"/>
          </p:cNvSpPr>
          <p:nvPr>
            <p:ph type="body" sz="quarter" idx="57" hasCustomPrompt="1"/>
          </p:nvPr>
        </p:nvSpPr>
        <p:spPr>
          <a:xfrm rot="16200000">
            <a:off x="48144" y="4857050"/>
            <a:ext cx="1738360" cy="287198"/>
          </a:xfrm>
        </p:spPr>
        <p:txBody>
          <a:bodyPr anchor="ctr">
            <a:noAutofit/>
          </a:bodyPr>
          <a:lstStyle>
            <a:lvl1pPr algn="r">
              <a:lnSpc>
                <a:spcPct val="100000"/>
              </a:lnSpc>
              <a:spcBef>
                <a:spcPts val="0"/>
              </a:spcBef>
              <a:defRPr sz="1700">
                <a:solidFill>
                  <a:schemeClr val="tx1"/>
                </a:solidFill>
              </a:defRPr>
            </a:lvl1pPr>
          </a:lstStyle>
          <a:p>
            <a:pPr lvl="0"/>
            <a:r>
              <a:rPr lang="en-GB" dirty="0"/>
              <a:t>Milestone</a:t>
            </a:r>
          </a:p>
        </p:txBody>
      </p:sp>
      <p:sp>
        <p:nvSpPr>
          <p:cNvPr id="15" name="Text Placeholder 168">
            <a:extLst>
              <a:ext uri="{FF2B5EF4-FFF2-40B4-BE49-F238E27FC236}">
                <a16:creationId xmlns:a16="http://schemas.microsoft.com/office/drawing/2014/main" id="{3D2E7D44-6556-4F59-3B1C-3F00E68C7EA3}"/>
              </a:ext>
            </a:extLst>
          </p:cNvPr>
          <p:cNvSpPr>
            <a:spLocks noGrp="1"/>
          </p:cNvSpPr>
          <p:nvPr>
            <p:ph type="body" sz="quarter" idx="69" hasCustomPrompt="1"/>
          </p:nvPr>
        </p:nvSpPr>
        <p:spPr>
          <a:xfrm>
            <a:off x="4622800" y="3632200"/>
            <a:ext cx="360000" cy="360000"/>
          </a:xfrm>
          <a:prstGeom prst="ellipse">
            <a:avLst/>
          </a:prstGeom>
          <a:solidFill>
            <a:schemeClr val="accent5"/>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33" name="Text Placeholder 2">
            <a:extLst>
              <a:ext uri="{FF2B5EF4-FFF2-40B4-BE49-F238E27FC236}">
                <a16:creationId xmlns:a16="http://schemas.microsoft.com/office/drawing/2014/main" id="{5E6ECB60-A36C-4011-0499-2A4AA371C7E2}"/>
              </a:ext>
            </a:extLst>
          </p:cNvPr>
          <p:cNvSpPr>
            <a:spLocks noGrp="1"/>
          </p:cNvSpPr>
          <p:nvPr>
            <p:ph type="body" sz="quarter" idx="59"/>
          </p:nvPr>
        </p:nvSpPr>
        <p:spPr>
          <a:xfrm>
            <a:off x="4889502" y="2507172"/>
            <a:ext cx="2952748" cy="1031636"/>
          </a:xfrm>
        </p:spPr>
        <p:txBody>
          <a:bodyPr>
            <a:noAutofit/>
          </a:bodyPr>
          <a:lstStyle>
            <a:lvl1pPr>
              <a:lnSpc>
                <a:spcPct val="100000"/>
              </a:lnSpc>
              <a:spcBef>
                <a:spcPts val="0"/>
              </a:spcBef>
              <a:defRPr sz="16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34" name="Text Placeholder 7">
            <a:extLst>
              <a:ext uri="{FF2B5EF4-FFF2-40B4-BE49-F238E27FC236}">
                <a16:creationId xmlns:a16="http://schemas.microsoft.com/office/drawing/2014/main" id="{89BA2FFC-C51E-7BB7-C8D4-A4E7F43184DC}"/>
              </a:ext>
            </a:extLst>
          </p:cNvPr>
          <p:cNvSpPr>
            <a:spLocks noGrp="1"/>
          </p:cNvSpPr>
          <p:nvPr>
            <p:ph type="body" sz="quarter" idx="60"/>
          </p:nvPr>
        </p:nvSpPr>
        <p:spPr>
          <a:xfrm>
            <a:off x="4889502" y="1797309"/>
            <a:ext cx="2952748" cy="676285"/>
          </a:xfrm>
        </p:spPr>
        <p:txBody>
          <a:bodyPr anchor="b">
            <a:noAutofit/>
          </a:bodyPr>
          <a:lstStyle>
            <a:lvl1pPr>
              <a:lnSpc>
                <a:spcPct val="100000"/>
              </a:lnSpc>
              <a:spcBef>
                <a:spcPts val="0"/>
              </a:spcBef>
              <a:defRPr sz="1800">
                <a:solidFill>
                  <a:schemeClr val="tx1"/>
                </a:solidFill>
              </a:defRPr>
            </a:lvl1pPr>
          </a:lstStyle>
          <a:p>
            <a:pPr lvl="0"/>
            <a:r>
              <a:rPr lang="en-GB" dirty="0"/>
              <a:t>Click to edit Master text styles</a:t>
            </a:r>
          </a:p>
        </p:txBody>
      </p:sp>
      <p:sp>
        <p:nvSpPr>
          <p:cNvPr id="35" name="Text Placeholder 7">
            <a:extLst>
              <a:ext uri="{FF2B5EF4-FFF2-40B4-BE49-F238E27FC236}">
                <a16:creationId xmlns:a16="http://schemas.microsoft.com/office/drawing/2014/main" id="{89495DDD-649B-4773-CF09-8E3CE90FA853}"/>
              </a:ext>
            </a:extLst>
          </p:cNvPr>
          <p:cNvSpPr>
            <a:spLocks noGrp="1"/>
          </p:cNvSpPr>
          <p:nvPr>
            <p:ph type="body" sz="quarter" idx="61" hasCustomPrompt="1"/>
          </p:nvPr>
        </p:nvSpPr>
        <p:spPr>
          <a:xfrm rot="16200000">
            <a:off x="3810519" y="2526030"/>
            <a:ext cx="1738360" cy="287198"/>
          </a:xfrm>
        </p:spPr>
        <p:txBody>
          <a:bodyPr anchor="ctr">
            <a:noAutofit/>
          </a:bodyPr>
          <a:lstStyle>
            <a:lvl1pPr algn="r">
              <a:lnSpc>
                <a:spcPct val="100000"/>
              </a:lnSpc>
              <a:spcBef>
                <a:spcPts val="0"/>
              </a:spcBef>
              <a:defRPr sz="1700">
                <a:solidFill>
                  <a:schemeClr val="tx1"/>
                </a:solidFill>
              </a:defRPr>
            </a:lvl1pPr>
          </a:lstStyle>
          <a:p>
            <a:pPr lvl="0"/>
            <a:r>
              <a:rPr lang="en-GB" dirty="0"/>
              <a:t>Milestone</a:t>
            </a:r>
          </a:p>
        </p:txBody>
      </p:sp>
      <p:sp>
        <p:nvSpPr>
          <p:cNvPr id="8" name="Text Placeholder 168">
            <a:extLst>
              <a:ext uri="{FF2B5EF4-FFF2-40B4-BE49-F238E27FC236}">
                <a16:creationId xmlns:a16="http://schemas.microsoft.com/office/drawing/2014/main" id="{912D3336-39A4-7E1A-3485-6F93CC6111DE}"/>
              </a:ext>
            </a:extLst>
          </p:cNvPr>
          <p:cNvSpPr>
            <a:spLocks noGrp="1"/>
          </p:cNvSpPr>
          <p:nvPr>
            <p:ph type="body" sz="quarter" idx="68" hasCustomPrompt="1"/>
          </p:nvPr>
        </p:nvSpPr>
        <p:spPr>
          <a:xfrm>
            <a:off x="8382000" y="3632200"/>
            <a:ext cx="360000" cy="360000"/>
          </a:xfrm>
          <a:prstGeom prst="ellipse">
            <a:avLst/>
          </a:prstGeom>
          <a:solidFill>
            <a:schemeClr val="accent5"/>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37" name="Text Placeholder 2">
            <a:extLst>
              <a:ext uri="{FF2B5EF4-FFF2-40B4-BE49-F238E27FC236}">
                <a16:creationId xmlns:a16="http://schemas.microsoft.com/office/drawing/2014/main" id="{9594B69F-7452-01A9-4AE8-1E70B584D587}"/>
              </a:ext>
            </a:extLst>
          </p:cNvPr>
          <p:cNvSpPr>
            <a:spLocks noGrp="1"/>
          </p:cNvSpPr>
          <p:nvPr>
            <p:ph type="body" sz="quarter" idx="63"/>
          </p:nvPr>
        </p:nvSpPr>
        <p:spPr>
          <a:xfrm>
            <a:off x="8651877" y="4838192"/>
            <a:ext cx="2952748" cy="1031636"/>
          </a:xfrm>
        </p:spPr>
        <p:txBody>
          <a:bodyPr>
            <a:noAutofit/>
          </a:bodyPr>
          <a:lstStyle>
            <a:lvl1pPr>
              <a:lnSpc>
                <a:spcPct val="100000"/>
              </a:lnSpc>
              <a:spcBef>
                <a:spcPts val="0"/>
              </a:spcBef>
              <a:defRPr sz="16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38" name="Text Placeholder 7">
            <a:extLst>
              <a:ext uri="{FF2B5EF4-FFF2-40B4-BE49-F238E27FC236}">
                <a16:creationId xmlns:a16="http://schemas.microsoft.com/office/drawing/2014/main" id="{ED1C0592-1CAF-49DB-43F0-7369AE9E2410}"/>
              </a:ext>
            </a:extLst>
          </p:cNvPr>
          <p:cNvSpPr>
            <a:spLocks noGrp="1"/>
          </p:cNvSpPr>
          <p:nvPr>
            <p:ph type="body" sz="quarter" idx="64"/>
          </p:nvPr>
        </p:nvSpPr>
        <p:spPr>
          <a:xfrm>
            <a:off x="8651877" y="4128329"/>
            <a:ext cx="2952748" cy="676285"/>
          </a:xfrm>
        </p:spPr>
        <p:txBody>
          <a:bodyPr anchor="b">
            <a:noAutofit/>
          </a:bodyPr>
          <a:lstStyle>
            <a:lvl1pPr>
              <a:lnSpc>
                <a:spcPct val="100000"/>
              </a:lnSpc>
              <a:spcBef>
                <a:spcPts val="0"/>
              </a:spcBef>
              <a:defRPr sz="1800">
                <a:solidFill>
                  <a:schemeClr val="tx1"/>
                </a:solidFill>
              </a:defRPr>
            </a:lvl1pPr>
          </a:lstStyle>
          <a:p>
            <a:pPr lvl="0"/>
            <a:r>
              <a:rPr lang="en-GB" dirty="0"/>
              <a:t>Click to edit Master text styles</a:t>
            </a:r>
          </a:p>
        </p:txBody>
      </p:sp>
      <p:sp>
        <p:nvSpPr>
          <p:cNvPr id="39" name="Text Placeholder 7">
            <a:extLst>
              <a:ext uri="{FF2B5EF4-FFF2-40B4-BE49-F238E27FC236}">
                <a16:creationId xmlns:a16="http://schemas.microsoft.com/office/drawing/2014/main" id="{4BD58244-CB74-A266-F261-3C99E0732BC6}"/>
              </a:ext>
            </a:extLst>
          </p:cNvPr>
          <p:cNvSpPr>
            <a:spLocks noGrp="1"/>
          </p:cNvSpPr>
          <p:nvPr>
            <p:ph type="body" sz="quarter" idx="65" hasCustomPrompt="1"/>
          </p:nvPr>
        </p:nvSpPr>
        <p:spPr>
          <a:xfrm rot="16200000">
            <a:off x="7572894" y="4857050"/>
            <a:ext cx="1738360" cy="287198"/>
          </a:xfrm>
        </p:spPr>
        <p:txBody>
          <a:bodyPr anchor="ctr">
            <a:noAutofit/>
          </a:bodyPr>
          <a:lstStyle>
            <a:lvl1pPr algn="r">
              <a:lnSpc>
                <a:spcPct val="100000"/>
              </a:lnSpc>
              <a:spcBef>
                <a:spcPts val="0"/>
              </a:spcBef>
              <a:defRPr sz="1700">
                <a:solidFill>
                  <a:schemeClr val="tx1"/>
                </a:solidFill>
              </a:defRPr>
            </a:lvl1pPr>
          </a:lstStyle>
          <a:p>
            <a:pPr lvl="0"/>
            <a:r>
              <a:rPr lang="en-GB" dirty="0"/>
              <a:t>Milestone</a:t>
            </a:r>
          </a:p>
        </p:txBody>
      </p:sp>
    </p:spTree>
    <p:extLst>
      <p:ext uri="{BB962C8B-B14F-4D97-AF65-F5344CB8AC3E}">
        <p14:creationId xmlns:p14="http://schemas.microsoft.com/office/powerpoint/2010/main" val="18942255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meline I60V2">
    <p:bg>
      <p:bgPr>
        <a:solidFill>
          <a:schemeClr val="bg2">
            <a:alpha val="30000"/>
          </a:schemeClr>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0D78536D-56B8-C8AB-E6BB-E0331088471C}"/>
              </a:ext>
            </a:extLst>
          </p:cNvPr>
          <p:cNvSpPr>
            <a:spLocks noGrp="1"/>
          </p:cNvSpPr>
          <p:nvPr>
            <p:ph type="title"/>
          </p:nvPr>
        </p:nvSpPr>
        <p:spPr>
          <a:xfrm>
            <a:off x="587375" y="584201"/>
            <a:ext cx="11017248" cy="798639"/>
          </a:xfrm>
          <a:prstGeom prst="rect">
            <a:avLst/>
          </a:prstGeom>
        </p:spPr>
        <p:txBody>
          <a:bodyPr anchor="t">
            <a:noAutofit/>
          </a:bodyPr>
          <a:lstStyle>
            <a:lvl1pPr>
              <a:defRPr>
                <a:solidFill>
                  <a:schemeClr val="tx2"/>
                </a:solidFill>
              </a:defRPr>
            </a:lvl1pPr>
          </a:lstStyle>
          <a:p>
            <a:r>
              <a:rPr lang="en-US" dirty="0"/>
              <a:t>Click to edit Master title style</a:t>
            </a:r>
            <a:endParaRPr lang="en-ID" dirty="0"/>
          </a:p>
        </p:txBody>
      </p:sp>
      <p:cxnSp>
        <p:nvCxnSpPr>
          <p:cNvPr id="7" name="Straight Arrow Connector 6">
            <a:extLst>
              <a:ext uri="{FF2B5EF4-FFF2-40B4-BE49-F238E27FC236}">
                <a16:creationId xmlns:a16="http://schemas.microsoft.com/office/drawing/2014/main" id="{DB543A55-D241-78EE-3D8C-1BDF621FCD28}"/>
              </a:ext>
            </a:extLst>
          </p:cNvPr>
          <p:cNvCxnSpPr/>
          <p:nvPr userDrawn="1"/>
        </p:nvCxnSpPr>
        <p:spPr>
          <a:xfrm>
            <a:off x="587375" y="3823669"/>
            <a:ext cx="11017248" cy="0"/>
          </a:xfrm>
          <a:prstGeom prst="straightConnector1">
            <a:avLst/>
          </a:prstGeom>
          <a:ln w="38100" cap="rnd">
            <a:solidFill>
              <a:schemeClr val="accent5"/>
            </a:solidFill>
            <a:prstDash val="dash"/>
            <a:tailEnd type="stealth" w="lg" len="lg"/>
          </a:ln>
        </p:spPr>
        <p:style>
          <a:lnRef idx="1">
            <a:schemeClr val="accent1"/>
          </a:lnRef>
          <a:fillRef idx="0">
            <a:schemeClr val="accent1"/>
          </a:fillRef>
          <a:effectRef idx="0">
            <a:schemeClr val="accent1"/>
          </a:effectRef>
          <a:fontRef idx="minor">
            <a:schemeClr val="tx1"/>
          </a:fontRef>
        </p:style>
      </p:cxnSp>
      <p:sp>
        <p:nvSpPr>
          <p:cNvPr id="9" name="Text Placeholder 168">
            <a:extLst>
              <a:ext uri="{FF2B5EF4-FFF2-40B4-BE49-F238E27FC236}">
                <a16:creationId xmlns:a16="http://schemas.microsoft.com/office/drawing/2014/main" id="{F6A2954E-AF4E-6C79-2829-BBEF300CD94C}"/>
              </a:ext>
            </a:extLst>
          </p:cNvPr>
          <p:cNvSpPr>
            <a:spLocks noGrp="1"/>
          </p:cNvSpPr>
          <p:nvPr>
            <p:ph type="body" sz="quarter" idx="73" hasCustomPrompt="1"/>
          </p:nvPr>
        </p:nvSpPr>
        <p:spPr>
          <a:xfrm>
            <a:off x="850900" y="3632200"/>
            <a:ext cx="360000" cy="360000"/>
          </a:xfrm>
          <a:prstGeom prst="ellipse">
            <a:avLst/>
          </a:prstGeom>
          <a:solidFill>
            <a:schemeClr val="accent2"/>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22" name="Text Placeholder 2">
            <a:extLst>
              <a:ext uri="{FF2B5EF4-FFF2-40B4-BE49-F238E27FC236}">
                <a16:creationId xmlns:a16="http://schemas.microsoft.com/office/drawing/2014/main" id="{56BC0482-25B0-66FD-403E-AC58B866ED85}"/>
              </a:ext>
            </a:extLst>
          </p:cNvPr>
          <p:cNvSpPr>
            <a:spLocks noGrp="1"/>
          </p:cNvSpPr>
          <p:nvPr>
            <p:ph type="body" sz="quarter" idx="15"/>
          </p:nvPr>
        </p:nvSpPr>
        <p:spPr>
          <a:xfrm>
            <a:off x="1127126" y="4838192"/>
            <a:ext cx="2258061" cy="1031636"/>
          </a:xfrm>
        </p:spPr>
        <p:txBody>
          <a:bodyPr>
            <a:noAutofit/>
          </a:bodyPr>
          <a:lstStyle>
            <a:lvl1pP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23" name="Text Placeholder 7">
            <a:extLst>
              <a:ext uri="{FF2B5EF4-FFF2-40B4-BE49-F238E27FC236}">
                <a16:creationId xmlns:a16="http://schemas.microsoft.com/office/drawing/2014/main" id="{9C50B986-01B8-30FE-1ADC-AB068703BDF7}"/>
              </a:ext>
            </a:extLst>
          </p:cNvPr>
          <p:cNvSpPr>
            <a:spLocks noGrp="1"/>
          </p:cNvSpPr>
          <p:nvPr>
            <p:ph type="body" sz="quarter" idx="16"/>
          </p:nvPr>
        </p:nvSpPr>
        <p:spPr>
          <a:xfrm>
            <a:off x="1127126" y="4128329"/>
            <a:ext cx="2258061" cy="676285"/>
          </a:xfrm>
        </p:spPr>
        <p:txBody>
          <a:bodyPr anchor="b">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24" name="Text Placeholder 7">
            <a:extLst>
              <a:ext uri="{FF2B5EF4-FFF2-40B4-BE49-F238E27FC236}">
                <a16:creationId xmlns:a16="http://schemas.microsoft.com/office/drawing/2014/main" id="{B2A92B5B-5BAC-146B-32EB-F3D930339FC9}"/>
              </a:ext>
            </a:extLst>
          </p:cNvPr>
          <p:cNvSpPr>
            <a:spLocks noGrp="1"/>
          </p:cNvSpPr>
          <p:nvPr>
            <p:ph type="body" sz="quarter" idx="57" hasCustomPrompt="1"/>
          </p:nvPr>
        </p:nvSpPr>
        <p:spPr>
          <a:xfrm rot="16200000">
            <a:off x="48144" y="4857050"/>
            <a:ext cx="1738360" cy="287198"/>
          </a:xfrm>
        </p:spPr>
        <p:txBody>
          <a:bodyPr anchor="ctr">
            <a:noAutofit/>
          </a:bodyPr>
          <a:lstStyle>
            <a:lvl1pPr algn="r">
              <a:lnSpc>
                <a:spcPct val="100000"/>
              </a:lnSpc>
              <a:spcBef>
                <a:spcPts val="0"/>
              </a:spcBef>
              <a:defRPr sz="1700">
                <a:solidFill>
                  <a:schemeClr val="accent2"/>
                </a:solidFill>
              </a:defRPr>
            </a:lvl1pPr>
          </a:lstStyle>
          <a:p>
            <a:pPr lvl="0"/>
            <a:r>
              <a:rPr lang="en-GB" dirty="0"/>
              <a:t>Milestone</a:t>
            </a:r>
          </a:p>
        </p:txBody>
      </p:sp>
      <p:sp>
        <p:nvSpPr>
          <p:cNvPr id="8" name="Text Placeholder 168">
            <a:extLst>
              <a:ext uri="{FF2B5EF4-FFF2-40B4-BE49-F238E27FC236}">
                <a16:creationId xmlns:a16="http://schemas.microsoft.com/office/drawing/2014/main" id="{971E2DE3-791D-7ADB-8CAE-3E625C3EB100}"/>
              </a:ext>
            </a:extLst>
          </p:cNvPr>
          <p:cNvSpPr>
            <a:spLocks noGrp="1"/>
          </p:cNvSpPr>
          <p:nvPr>
            <p:ph type="body" sz="quarter" idx="72" hasCustomPrompt="1"/>
          </p:nvPr>
        </p:nvSpPr>
        <p:spPr>
          <a:xfrm>
            <a:off x="3479800" y="3632200"/>
            <a:ext cx="360000" cy="360000"/>
          </a:xfrm>
          <a:prstGeom prst="ellipse">
            <a:avLst/>
          </a:prstGeom>
          <a:solidFill>
            <a:schemeClr val="accent2"/>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26" name="Text Placeholder 2">
            <a:extLst>
              <a:ext uri="{FF2B5EF4-FFF2-40B4-BE49-F238E27FC236}">
                <a16:creationId xmlns:a16="http://schemas.microsoft.com/office/drawing/2014/main" id="{7B77273D-969B-42F3-9E73-0FDF3C9E9469}"/>
              </a:ext>
            </a:extLst>
          </p:cNvPr>
          <p:cNvSpPr>
            <a:spLocks noGrp="1"/>
          </p:cNvSpPr>
          <p:nvPr>
            <p:ph type="body" sz="quarter" idx="59"/>
          </p:nvPr>
        </p:nvSpPr>
        <p:spPr>
          <a:xfrm>
            <a:off x="3752850" y="2500903"/>
            <a:ext cx="2258061" cy="1031636"/>
          </a:xfrm>
        </p:spPr>
        <p:txBody>
          <a:bodyPr>
            <a:noAutofit/>
          </a:bodyPr>
          <a:lstStyle>
            <a:lvl1pP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27" name="Text Placeholder 7">
            <a:extLst>
              <a:ext uri="{FF2B5EF4-FFF2-40B4-BE49-F238E27FC236}">
                <a16:creationId xmlns:a16="http://schemas.microsoft.com/office/drawing/2014/main" id="{50C19D29-370D-9E64-E0C9-491C8EAC188C}"/>
              </a:ext>
            </a:extLst>
          </p:cNvPr>
          <p:cNvSpPr>
            <a:spLocks noGrp="1"/>
          </p:cNvSpPr>
          <p:nvPr>
            <p:ph type="body" sz="quarter" idx="60"/>
          </p:nvPr>
        </p:nvSpPr>
        <p:spPr>
          <a:xfrm>
            <a:off x="3752850" y="1791040"/>
            <a:ext cx="2258061" cy="676285"/>
          </a:xfrm>
        </p:spPr>
        <p:txBody>
          <a:bodyPr anchor="b">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28" name="Text Placeholder 7">
            <a:extLst>
              <a:ext uri="{FF2B5EF4-FFF2-40B4-BE49-F238E27FC236}">
                <a16:creationId xmlns:a16="http://schemas.microsoft.com/office/drawing/2014/main" id="{3DB913B1-CFA8-B975-B51F-DF5FE043D40B}"/>
              </a:ext>
            </a:extLst>
          </p:cNvPr>
          <p:cNvSpPr>
            <a:spLocks noGrp="1"/>
          </p:cNvSpPr>
          <p:nvPr>
            <p:ph type="body" sz="quarter" idx="61" hasCustomPrompt="1"/>
          </p:nvPr>
        </p:nvSpPr>
        <p:spPr>
          <a:xfrm rot="16200000">
            <a:off x="2658037" y="2516848"/>
            <a:ext cx="1741501" cy="287198"/>
          </a:xfrm>
        </p:spPr>
        <p:txBody>
          <a:bodyPr anchor="ctr">
            <a:noAutofit/>
          </a:bodyPr>
          <a:lstStyle>
            <a:lvl1pPr algn="r">
              <a:lnSpc>
                <a:spcPct val="100000"/>
              </a:lnSpc>
              <a:spcBef>
                <a:spcPts val="0"/>
              </a:spcBef>
              <a:defRPr sz="1700">
                <a:solidFill>
                  <a:schemeClr val="accent2"/>
                </a:solidFill>
              </a:defRPr>
            </a:lvl1pPr>
          </a:lstStyle>
          <a:p>
            <a:pPr lvl="0"/>
            <a:r>
              <a:rPr lang="en-GB" dirty="0"/>
              <a:t>Milestone</a:t>
            </a:r>
          </a:p>
        </p:txBody>
      </p:sp>
      <p:sp>
        <p:nvSpPr>
          <p:cNvPr id="2" name="Text Placeholder 168">
            <a:extLst>
              <a:ext uri="{FF2B5EF4-FFF2-40B4-BE49-F238E27FC236}">
                <a16:creationId xmlns:a16="http://schemas.microsoft.com/office/drawing/2014/main" id="{9222CF0E-8064-DC68-E99B-C241EA82817E}"/>
              </a:ext>
            </a:extLst>
          </p:cNvPr>
          <p:cNvSpPr>
            <a:spLocks noGrp="1"/>
          </p:cNvSpPr>
          <p:nvPr>
            <p:ph type="body" sz="quarter" idx="71" hasCustomPrompt="1"/>
          </p:nvPr>
        </p:nvSpPr>
        <p:spPr>
          <a:xfrm>
            <a:off x="6108700" y="3632200"/>
            <a:ext cx="360000" cy="360000"/>
          </a:xfrm>
          <a:prstGeom prst="ellipse">
            <a:avLst/>
          </a:prstGeom>
          <a:solidFill>
            <a:schemeClr val="accent2"/>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30" name="Text Placeholder 2">
            <a:extLst>
              <a:ext uri="{FF2B5EF4-FFF2-40B4-BE49-F238E27FC236}">
                <a16:creationId xmlns:a16="http://schemas.microsoft.com/office/drawing/2014/main" id="{2C8A5821-7348-6871-C0F2-452D64D850CE}"/>
              </a:ext>
            </a:extLst>
          </p:cNvPr>
          <p:cNvSpPr>
            <a:spLocks noGrp="1"/>
          </p:cNvSpPr>
          <p:nvPr>
            <p:ph type="body" sz="quarter" idx="63"/>
          </p:nvPr>
        </p:nvSpPr>
        <p:spPr>
          <a:xfrm>
            <a:off x="6378574" y="4838192"/>
            <a:ext cx="2258061" cy="1031636"/>
          </a:xfrm>
        </p:spPr>
        <p:txBody>
          <a:bodyPr>
            <a:noAutofit/>
          </a:bodyPr>
          <a:lstStyle>
            <a:lvl1pP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31" name="Text Placeholder 7">
            <a:extLst>
              <a:ext uri="{FF2B5EF4-FFF2-40B4-BE49-F238E27FC236}">
                <a16:creationId xmlns:a16="http://schemas.microsoft.com/office/drawing/2014/main" id="{E0C5884F-82A3-5392-CC0D-D16FB2F3DFC7}"/>
              </a:ext>
            </a:extLst>
          </p:cNvPr>
          <p:cNvSpPr>
            <a:spLocks noGrp="1"/>
          </p:cNvSpPr>
          <p:nvPr>
            <p:ph type="body" sz="quarter" idx="64"/>
          </p:nvPr>
        </p:nvSpPr>
        <p:spPr>
          <a:xfrm>
            <a:off x="6378574" y="4128329"/>
            <a:ext cx="2258061" cy="676285"/>
          </a:xfrm>
        </p:spPr>
        <p:txBody>
          <a:bodyPr anchor="b">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32" name="Text Placeholder 7">
            <a:extLst>
              <a:ext uri="{FF2B5EF4-FFF2-40B4-BE49-F238E27FC236}">
                <a16:creationId xmlns:a16="http://schemas.microsoft.com/office/drawing/2014/main" id="{2A50820B-D02A-A9D1-0A8C-4E13D9E2F900}"/>
              </a:ext>
            </a:extLst>
          </p:cNvPr>
          <p:cNvSpPr>
            <a:spLocks noGrp="1"/>
          </p:cNvSpPr>
          <p:nvPr>
            <p:ph type="body" sz="quarter" idx="65" hasCustomPrompt="1"/>
          </p:nvPr>
        </p:nvSpPr>
        <p:spPr>
          <a:xfrm rot="16200000">
            <a:off x="5299592" y="4857050"/>
            <a:ext cx="1738359" cy="287198"/>
          </a:xfrm>
        </p:spPr>
        <p:txBody>
          <a:bodyPr anchor="ctr">
            <a:noAutofit/>
          </a:bodyPr>
          <a:lstStyle>
            <a:lvl1pPr algn="r">
              <a:lnSpc>
                <a:spcPct val="100000"/>
              </a:lnSpc>
              <a:spcBef>
                <a:spcPts val="0"/>
              </a:spcBef>
              <a:defRPr sz="1700">
                <a:solidFill>
                  <a:schemeClr val="accent2"/>
                </a:solidFill>
              </a:defRPr>
            </a:lvl1pPr>
          </a:lstStyle>
          <a:p>
            <a:pPr lvl="0"/>
            <a:r>
              <a:rPr lang="en-GB" dirty="0"/>
              <a:t>Milestone</a:t>
            </a:r>
          </a:p>
        </p:txBody>
      </p:sp>
      <p:sp>
        <p:nvSpPr>
          <p:cNvPr id="4" name="Text Placeholder 168">
            <a:extLst>
              <a:ext uri="{FF2B5EF4-FFF2-40B4-BE49-F238E27FC236}">
                <a16:creationId xmlns:a16="http://schemas.microsoft.com/office/drawing/2014/main" id="{04B7A768-29B3-4CA8-EB33-39C60D8329E9}"/>
              </a:ext>
            </a:extLst>
          </p:cNvPr>
          <p:cNvSpPr>
            <a:spLocks noGrp="1"/>
          </p:cNvSpPr>
          <p:nvPr>
            <p:ph type="body" sz="quarter" idx="70" hasCustomPrompt="1"/>
          </p:nvPr>
        </p:nvSpPr>
        <p:spPr>
          <a:xfrm>
            <a:off x="8737600" y="3632200"/>
            <a:ext cx="360000" cy="360000"/>
          </a:xfrm>
          <a:prstGeom prst="ellipse">
            <a:avLst/>
          </a:prstGeom>
          <a:solidFill>
            <a:schemeClr val="accent2"/>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34" name="Text Placeholder 2">
            <a:extLst>
              <a:ext uri="{FF2B5EF4-FFF2-40B4-BE49-F238E27FC236}">
                <a16:creationId xmlns:a16="http://schemas.microsoft.com/office/drawing/2014/main" id="{F78B4532-94A3-5B27-BA23-966D08CF8B17}"/>
              </a:ext>
            </a:extLst>
          </p:cNvPr>
          <p:cNvSpPr>
            <a:spLocks noGrp="1"/>
          </p:cNvSpPr>
          <p:nvPr>
            <p:ph type="body" sz="quarter" idx="67"/>
          </p:nvPr>
        </p:nvSpPr>
        <p:spPr>
          <a:xfrm>
            <a:off x="9004299" y="2500903"/>
            <a:ext cx="2258061" cy="1031636"/>
          </a:xfrm>
        </p:spPr>
        <p:txBody>
          <a:bodyPr>
            <a:noAutofit/>
          </a:bodyPr>
          <a:lstStyle>
            <a:lvl1pP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35" name="Text Placeholder 7">
            <a:extLst>
              <a:ext uri="{FF2B5EF4-FFF2-40B4-BE49-F238E27FC236}">
                <a16:creationId xmlns:a16="http://schemas.microsoft.com/office/drawing/2014/main" id="{B665FF46-0199-2613-34CB-7FF8F2088AEF}"/>
              </a:ext>
            </a:extLst>
          </p:cNvPr>
          <p:cNvSpPr>
            <a:spLocks noGrp="1"/>
          </p:cNvSpPr>
          <p:nvPr>
            <p:ph type="body" sz="quarter" idx="68"/>
          </p:nvPr>
        </p:nvSpPr>
        <p:spPr>
          <a:xfrm>
            <a:off x="9004299" y="1791040"/>
            <a:ext cx="2258061" cy="676285"/>
          </a:xfrm>
        </p:spPr>
        <p:txBody>
          <a:bodyPr anchor="b">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36" name="Text Placeholder 7">
            <a:extLst>
              <a:ext uri="{FF2B5EF4-FFF2-40B4-BE49-F238E27FC236}">
                <a16:creationId xmlns:a16="http://schemas.microsoft.com/office/drawing/2014/main" id="{04BA9D07-622D-3E81-D8FA-0B57E6E1183E}"/>
              </a:ext>
            </a:extLst>
          </p:cNvPr>
          <p:cNvSpPr>
            <a:spLocks noGrp="1"/>
          </p:cNvSpPr>
          <p:nvPr>
            <p:ph type="body" sz="quarter" idx="69" hasCustomPrompt="1"/>
          </p:nvPr>
        </p:nvSpPr>
        <p:spPr>
          <a:xfrm rot="16200000">
            <a:off x="7909487" y="2516847"/>
            <a:ext cx="1741499" cy="287198"/>
          </a:xfrm>
        </p:spPr>
        <p:txBody>
          <a:bodyPr anchor="ctr">
            <a:noAutofit/>
          </a:bodyPr>
          <a:lstStyle>
            <a:lvl1pPr algn="r">
              <a:lnSpc>
                <a:spcPct val="100000"/>
              </a:lnSpc>
              <a:spcBef>
                <a:spcPts val="0"/>
              </a:spcBef>
              <a:defRPr sz="1700">
                <a:solidFill>
                  <a:schemeClr val="accent2"/>
                </a:solidFill>
              </a:defRPr>
            </a:lvl1pPr>
          </a:lstStyle>
          <a:p>
            <a:pPr lvl="0"/>
            <a:r>
              <a:rPr lang="en-GB" dirty="0"/>
              <a:t>Milestone</a:t>
            </a:r>
          </a:p>
        </p:txBody>
      </p:sp>
    </p:spTree>
    <p:extLst>
      <p:ext uri="{BB962C8B-B14F-4D97-AF65-F5344CB8AC3E}">
        <p14:creationId xmlns:p14="http://schemas.microsoft.com/office/powerpoint/2010/main" val="3351273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meline I60V3">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C19E034C-1D99-06F7-97F5-2AC8D9ABDEAB}"/>
              </a:ext>
            </a:extLst>
          </p:cNvPr>
          <p:cNvSpPr>
            <a:spLocks noGrp="1"/>
          </p:cNvSpPr>
          <p:nvPr>
            <p:ph type="title"/>
          </p:nvPr>
        </p:nvSpPr>
        <p:spPr>
          <a:xfrm>
            <a:off x="587375" y="584201"/>
            <a:ext cx="11017248" cy="798639"/>
          </a:xfrm>
          <a:prstGeom prst="rect">
            <a:avLst/>
          </a:prstGeom>
        </p:spPr>
        <p:txBody>
          <a:bodyPr anchor="t">
            <a:noAutofit/>
          </a:bodyPr>
          <a:lstStyle>
            <a:lvl1pPr>
              <a:defRPr>
                <a:solidFill>
                  <a:schemeClr val="tx1"/>
                </a:solidFill>
              </a:defRPr>
            </a:lvl1pPr>
          </a:lstStyle>
          <a:p>
            <a:r>
              <a:rPr lang="en-US" dirty="0"/>
              <a:t>Click to edit Master title style</a:t>
            </a:r>
            <a:endParaRPr lang="en-ID" dirty="0"/>
          </a:p>
        </p:txBody>
      </p:sp>
      <p:cxnSp>
        <p:nvCxnSpPr>
          <p:cNvPr id="3" name="Straight Arrow Connector 2">
            <a:extLst>
              <a:ext uri="{FF2B5EF4-FFF2-40B4-BE49-F238E27FC236}">
                <a16:creationId xmlns:a16="http://schemas.microsoft.com/office/drawing/2014/main" id="{9936AA71-D03B-1061-6D51-1E0884DDA471}"/>
              </a:ext>
            </a:extLst>
          </p:cNvPr>
          <p:cNvCxnSpPr/>
          <p:nvPr userDrawn="1"/>
        </p:nvCxnSpPr>
        <p:spPr>
          <a:xfrm>
            <a:off x="587375" y="3823669"/>
            <a:ext cx="11017248" cy="0"/>
          </a:xfrm>
          <a:prstGeom prst="straightConnector1">
            <a:avLst/>
          </a:prstGeom>
          <a:ln w="38100" cap="rnd">
            <a:solidFill>
              <a:schemeClr val="accent5"/>
            </a:solidFill>
            <a:prstDash val="dash"/>
            <a:tailEnd type="stealth" w="lg" len="lg"/>
          </a:ln>
        </p:spPr>
        <p:style>
          <a:lnRef idx="1">
            <a:schemeClr val="accent1"/>
          </a:lnRef>
          <a:fillRef idx="0">
            <a:schemeClr val="accent1"/>
          </a:fillRef>
          <a:effectRef idx="0">
            <a:schemeClr val="accent1"/>
          </a:effectRef>
          <a:fontRef idx="minor">
            <a:schemeClr val="tx1"/>
          </a:fontRef>
        </p:style>
      </p:cxnSp>
      <p:sp>
        <p:nvSpPr>
          <p:cNvPr id="13" name="Text Placeholder 168">
            <a:extLst>
              <a:ext uri="{FF2B5EF4-FFF2-40B4-BE49-F238E27FC236}">
                <a16:creationId xmlns:a16="http://schemas.microsoft.com/office/drawing/2014/main" id="{53AFA603-B01C-1470-9C66-56252D67177B}"/>
              </a:ext>
            </a:extLst>
          </p:cNvPr>
          <p:cNvSpPr>
            <a:spLocks noGrp="1"/>
          </p:cNvSpPr>
          <p:nvPr>
            <p:ph type="body" sz="quarter" idx="78" hasCustomPrompt="1"/>
          </p:nvPr>
        </p:nvSpPr>
        <p:spPr>
          <a:xfrm>
            <a:off x="850900" y="3632200"/>
            <a:ext cx="360000" cy="360000"/>
          </a:xfrm>
          <a:prstGeom prst="ellipse">
            <a:avLst/>
          </a:prstGeom>
          <a:solidFill>
            <a:schemeClr val="accent5"/>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8" name="Text Placeholder 2">
            <a:extLst>
              <a:ext uri="{FF2B5EF4-FFF2-40B4-BE49-F238E27FC236}">
                <a16:creationId xmlns:a16="http://schemas.microsoft.com/office/drawing/2014/main" id="{8673DB38-7469-887F-D2D2-F1C143962CB8}"/>
              </a:ext>
            </a:extLst>
          </p:cNvPr>
          <p:cNvSpPr>
            <a:spLocks noGrp="1"/>
          </p:cNvSpPr>
          <p:nvPr>
            <p:ph type="body" sz="quarter" idx="15"/>
          </p:nvPr>
        </p:nvSpPr>
        <p:spPr>
          <a:xfrm>
            <a:off x="1127127" y="4838192"/>
            <a:ext cx="1681161" cy="1031636"/>
          </a:xfrm>
        </p:spPr>
        <p:txBody>
          <a:bodyPr>
            <a:noAutofit/>
          </a:bodyPr>
          <a:lstStyle>
            <a:lvl1pPr>
              <a:lnSpc>
                <a:spcPct val="100000"/>
              </a:lnSpc>
              <a:spcBef>
                <a:spcPts val="0"/>
              </a:spcBef>
              <a:defRPr sz="12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5" name="Text Placeholder 7">
            <a:extLst>
              <a:ext uri="{FF2B5EF4-FFF2-40B4-BE49-F238E27FC236}">
                <a16:creationId xmlns:a16="http://schemas.microsoft.com/office/drawing/2014/main" id="{15F8D5B9-E1AB-A39A-E163-E12D5DAD0038}"/>
              </a:ext>
            </a:extLst>
          </p:cNvPr>
          <p:cNvSpPr>
            <a:spLocks noGrp="1"/>
          </p:cNvSpPr>
          <p:nvPr>
            <p:ph type="body" sz="quarter" idx="16"/>
          </p:nvPr>
        </p:nvSpPr>
        <p:spPr>
          <a:xfrm>
            <a:off x="1127127" y="4128329"/>
            <a:ext cx="1681161" cy="676285"/>
          </a:xfrm>
        </p:spPr>
        <p:txBody>
          <a:bodyPr anchor="b">
            <a:noAutofit/>
          </a:bodyPr>
          <a:lstStyle>
            <a:lvl1pPr>
              <a:lnSpc>
                <a:spcPct val="100000"/>
              </a:lnSpc>
              <a:spcBef>
                <a:spcPts val="0"/>
              </a:spcBef>
              <a:defRPr sz="1400">
                <a:solidFill>
                  <a:schemeClr val="tx1"/>
                </a:solidFill>
              </a:defRPr>
            </a:lvl1pPr>
          </a:lstStyle>
          <a:p>
            <a:pPr lvl="0"/>
            <a:r>
              <a:rPr lang="en-GB" dirty="0"/>
              <a:t>Click to edit Master text styles</a:t>
            </a:r>
          </a:p>
        </p:txBody>
      </p:sp>
      <p:sp>
        <p:nvSpPr>
          <p:cNvPr id="16" name="Text Placeholder 7">
            <a:extLst>
              <a:ext uri="{FF2B5EF4-FFF2-40B4-BE49-F238E27FC236}">
                <a16:creationId xmlns:a16="http://schemas.microsoft.com/office/drawing/2014/main" id="{479D3E1B-2023-99F8-0D4D-3ADEBB7721CB}"/>
              </a:ext>
            </a:extLst>
          </p:cNvPr>
          <p:cNvSpPr>
            <a:spLocks noGrp="1"/>
          </p:cNvSpPr>
          <p:nvPr>
            <p:ph type="body" sz="quarter" idx="57" hasCustomPrompt="1"/>
          </p:nvPr>
        </p:nvSpPr>
        <p:spPr>
          <a:xfrm rot="16200000">
            <a:off x="48144" y="4857050"/>
            <a:ext cx="1738360" cy="287198"/>
          </a:xfrm>
        </p:spPr>
        <p:txBody>
          <a:bodyPr anchor="ctr">
            <a:noAutofit/>
          </a:bodyPr>
          <a:lstStyle>
            <a:lvl1pPr algn="r">
              <a:lnSpc>
                <a:spcPct val="100000"/>
              </a:lnSpc>
              <a:spcBef>
                <a:spcPts val="0"/>
              </a:spcBef>
              <a:defRPr sz="1300">
                <a:solidFill>
                  <a:schemeClr val="tx1"/>
                </a:solidFill>
              </a:defRPr>
            </a:lvl1pPr>
          </a:lstStyle>
          <a:p>
            <a:pPr lvl="0"/>
            <a:r>
              <a:rPr lang="en-GB" dirty="0"/>
              <a:t>Milestone</a:t>
            </a:r>
          </a:p>
        </p:txBody>
      </p:sp>
      <p:sp>
        <p:nvSpPr>
          <p:cNvPr id="9" name="Text Placeholder 168">
            <a:extLst>
              <a:ext uri="{FF2B5EF4-FFF2-40B4-BE49-F238E27FC236}">
                <a16:creationId xmlns:a16="http://schemas.microsoft.com/office/drawing/2014/main" id="{6219942D-B77F-9598-5103-C482F53B9C2B}"/>
              </a:ext>
            </a:extLst>
          </p:cNvPr>
          <p:cNvSpPr>
            <a:spLocks noGrp="1"/>
          </p:cNvSpPr>
          <p:nvPr>
            <p:ph type="body" sz="quarter" idx="74" hasCustomPrompt="1"/>
          </p:nvPr>
        </p:nvSpPr>
        <p:spPr>
          <a:xfrm>
            <a:off x="2895600" y="3632200"/>
            <a:ext cx="360000" cy="360000"/>
          </a:xfrm>
          <a:prstGeom prst="ellipse">
            <a:avLst/>
          </a:prstGeom>
          <a:solidFill>
            <a:schemeClr val="accent5"/>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18" name="Text Placeholder 2">
            <a:extLst>
              <a:ext uri="{FF2B5EF4-FFF2-40B4-BE49-F238E27FC236}">
                <a16:creationId xmlns:a16="http://schemas.microsoft.com/office/drawing/2014/main" id="{A5681964-28FF-6DEA-54FD-3921FDEF91A0}"/>
              </a:ext>
            </a:extLst>
          </p:cNvPr>
          <p:cNvSpPr>
            <a:spLocks noGrp="1"/>
          </p:cNvSpPr>
          <p:nvPr>
            <p:ph type="body" sz="quarter" idx="59"/>
          </p:nvPr>
        </p:nvSpPr>
        <p:spPr>
          <a:xfrm>
            <a:off x="3292953" y="2487343"/>
            <a:ext cx="1681161" cy="1031636"/>
          </a:xfrm>
        </p:spPr>
        <p:txBody>
          <a:bodyPr>
            <a:noAutofit/>
          </a:bodyPr>
          <a:lstStyle>
            <a:lvl1pPr>
              <a:lnSpc>
                <a:spcPct val="100000"/>
              </a:lnSpc>
              <a:spcBef>
                <a:spcPts val="0"/>
              </a:spcBef>
              <a:defRPr sz="12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9" name="Text Placeholder 7">
            <a:extLst>
              <a:ext uri="{FF2B5EF4-FFF2-40B4-BE49-F238E27FC236}">
                <a16:creationId xmlns:a16="http://schemas.microsoft.com/office/drawing/2014/main" id="{F1B643BD-4C89-F6E0-19C2-4B04A2E296C8}"/>
              </a:ext>
            </a:extLst>
          </p:cNvPr>
          <p:cNvSpPr>
            <a:spLocks noGrp="1"/>
          </p:cNvSpPr>
          <p:nvPr>
            <p:ph type="body" sz="quarter" idx="60"/>
          </p:nvPr>
        </p:nvSpPr>
        <p:spPr>
          <a:xfrm>
            <a:off x="3292953" y="1777480"/>
            <a:ext cx="1681161" cy="676285"/>
          </a:xfrm>
        </p:spPr>
        <p:txBody>
          <a:bodyPr anchor="b">
            <a:noAutofit/>
          </a:bodyPr>
          <a:lstStyle>
            <a:lvl1pPr>
              <a:lnSpc>
                <a:spcPct val="100000"/>
              </a:lnSpc>
              <a:spcBef>
                <a:spcPts val="0"/>
              </a:spcBef>
              <a:defRPr sz="1400">
                <a:solidFill>
                  <a:schemeClr val="tx1"/>
                </a:solidFill>
              </a:defRPr>
            </a:lvl1pPr>
          </a:lstStyle>
          <a:p>
            <a:pPr lvl="0"/>
            <a:r>
              <a:rPr lang="en-GB" dirty="0"/>
              <a:t>Click to edit Master text styles</a:t>
            </a:r>
          </a:p>
        </p:txBody>
      </p:sp>
      <p:sp>
        <p:nvSpPr>
          <p:cNvPr id="20" name="Text Placeholder 7">
            <a:extLst>
              <a:ext uri="{FF2B5EF4-FFF2-40B4-BE49-F238E27FC236}">
                <a16:creationId xmlns:a16="http://schemas.microsoft.com/office/drawing/2014/main" id="{BAB3DBB8-993E-27F0-576D-1309B3C202D6}"/>
              </a:ext>
            </a:extLst>
          </p:cNvPr>
          <p:cNvSpPr>
            <a:spLocks noGrp="1"/>
          </p:cNvSpPr>
          <p:nvPr>
            <p:ph type="body" sz="quarter" idx="61" hasCustomPrompt="1"/>
          </p:nvPr>
        </p:nvSpPr>
        <p:spPr>
          <a:xfrm rot="16200000">
            <a:off x="2213970" y="2506201"/>
            <a:ext cx="1738360" cy="287198"/>
          </a:xfrm>
        </p:spPr>
        <p:txBody>
          <a:bodyPr anchor="ctr">
            <a:noAutofit/>
          </a:bodyPr>
          <a:lstStyle>
            <a:lvl1pPr algn="r">
              <a:lnSpc>
                <a:spcPct val="100000"/>
              </a:lnSpc>
              <a:spcBef>
                <a:spcPts val="0"/>
              </a:spcBef>
              <a:defRPr sz="1300">
                <a:solidFill>
                  <a:schemeClr val="tx1"/>
                </a:solidFill>
              </a:defRPr>
            </a:lvl1pPr>
          </a:lstStyle>
          <a:p>
            <a:pPr lvl="0"/>
            <a:r>
              <a:rPr lang="en-GB" dirty="0"/>
              <a:t>Milestone</a:t>
            </a:r>
          </a:p>
        </p:txBody>
      </p:sp>
      <p:sp>
        <p:nvSpPr>
          <p:cNvPr id="10" name="Text Placeholder 168">
            <a:extLst>
              <a:ext uri="{FF2B5EF4-FFF2-40B4-BE49-F238E27FC236}">
                <a16:creationId xmlns:a16="http://schemas.microsoft.com/office/drawing/2014/main" id="{3272C012-FE35-3352-0B41-526083DDFF00}"/>
              </a:ext>
            </a:extLst>
          </p:cNvPr>
          <p:cNvSpPr>
            <a:spLocks noGrp="1"/>
          </p:cNvSpPr>
          <p:nvPr>
            <p:ph type="body" sz="quarter" idx="75" hasCustomPrompt="1"/>
          </p:nvPr>
        </p:nvSpPr>
        <p:spPr>
          <a:xfrm>
            <a:off x="4953000" y="3632200"/>
            <a:ext cx="360000" cy="360000"/>
          </a:xfrm>
          <a:prstGeom prst="ellipse">
            <a:avLst/>
          </a:prstGeom>
          <a:solidFill>
            <a:schemeClr val="accent5"/>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22" name="Text Placeholder 2">
            <a:extLst>
              <a:ext uri="{FF2B5EF4-FFF2-40B4-BE49-F238E27FC236}">
                <a16:creationId xmlns:a16="http://schemas.microsoft.com/office/drawing/2014/main" id="{E3561EA9-848A-B161-44DD-8B5B99124E62}"/>
              </a:ext>
            </a:extLst>
          </p:cNvPr>
          <p:cNvSpPr>
            <a:spLocks noGrp="1"/>
          </p:cNvSpPr>
          <p:nvPr>
            <p:ph type="body" sz="quarter" idx="63"/>
          </p:nvPr>
        </p:nvSpPr>
        <p:spPr>
          <a:xfrm>
            <a:off x="5458779" y="4838192"/>
            <a:ext cx="1681161" cy="1031636"/>
          </a:xfrm>
        </p:spPr>
        <p:txBody>
          <a:bodyPr>
            <a:noAutofit/>
          </a:bodyPr>
          <a:lstStyle>
            <a:lvl1pPr>
              <a:lnSpc>
                <a:spcPct val="100000"/>
              </a:lnSpc>
              <a:spcBef>
                <a:spcPts val="0"/>
              </a:spcBef>
              <a:defRPr sz="12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23" name="Text Placeholder 7">
            <a:extLst>
              <a:ext uri="{FF2B5EF4-FFF2-40B4-BE49-F238E27FC236}">
                <a16:creationId xmlns:a16="http://schemas.microsoft.com/office/drawing/2014/main" id="{A5FFA011-BFCC-A99F-8818-8AF6ED92EC6B}"/>
              </a:ext>
            </a:extLst>
          </p:cNvPr>
          <p:cNvSpPr>
            <a:spLocks noGrp="1"/>
          </p:cNvSpPr>
          <p:nvPr>
            <p:ph type="body" sz="quarter" idx="64"/>
          </p:nvPr>
        </p:nvSpPr>
        <p:spPr>
          <a:xfrm>
            <a:off x="5458779" y="4128329"/>
            <a:ext cx="1681161" cy="676285"/>
          </a:xfrm>
        </p:spPr>
        <p:txBody>
          <a:bodyPr anchor="b">
            <a:noAutofit/>
          </a:bodyPr>
          <a:lstStyle>
            <a:lvl1pPr>
              <a:lnSpc>
                <a:spcPct val="100000"/>
              </a:lnSpc>
              <a:spcBef>
                <a:spcPts val="0"/>
              </a:spcBef>
              <a:defRPr sz="1400">
                <a:solidFill>
                  <a:schemeClr val="tx1"/>
                </a:solidFill>
              </a:defRPr>
            </a:lvl1pPr>
          </a:lstStyle>
          <a:p>
            <a:pPr lvl="0"/>
            <a:r>
              <a:rPr lang="en-GB" dirty="0"/>
              <a:t>Click to edit Master text styles</a:t>
            </a:r>
          </a:p>
        </p:txBody>
      </p:sp>
      <p:sp>
        <p:nvSpPr>
          <p:cNvPr id="24" name="Text Placeholder 7">
            <a:extLst>
              <a:ext uri="{FF2B5EF4-FFF2-40B4-BE49-F238E27FC236}">
                <a16:creationId xmlns:a16="http://schemas.microsoft.com/office/drawing/2014/main" id="{73CD084A-A6D3-1D96-4C16-8D0433D19C85}"/>
              </a:ext>
            </a:extLst>
          </p:cNvPr>
          <p:cNvSpPr>
            <a:spLocks noGrp="1"/>
          </p:cNvSpPr>
          <p:nvPr>
            <p:ph type="body" sz="quarter" idx="65" hasCustomPrompt="1"/>
          </p:nvPr>
        </p:nvSpPr>
        <p:spPr>
          <a:xfrm rot="16200000">
            <a:off x="4379796" y="4857050"/>
            <a:ext cx="1738360" cy="287198"/>
          </a:xfrm>
        </p:spPr>
        <p:txBody>
          <a:bodyPr anchor="ctr">
            <a:noAutofit/>
          </a:bodyPr>
          <a:lstStyle>
            <a:lvl1pPr algn="r">
              <a:lnSpc>
                <a:spcPct val="100000"/>
              </a:lnSpc>
              <a:spcBef>
                <a:spcPts val="0"/>
              </a:spcBef>
              <a:defRPr sz="1300">
                <a:solidFill>
                  <a:schemeClr val="tx1"/>
                </a:solidFill>
              </a:defRPr>
            </a:lvl1pPr>
          </a:lstStyle>
          <a:p>
            <a:pPr lvl="0"/>
            <a:r>
              <a:rPr lang="en-GB" dirty="0"/>
              <a:t>Milestone</a:t>
            </a:r>
          </a:p>
        </p:txBody>
      </p:sp>
      <p:sp>
        <p:nvSpPr>
          <p:cNvPr id="12" name="Text Placeholder 168">
            <a:extLst>
              <a:ext uri="{FF2B5EF4-FFF2-40B4-BE49-F238E27FC236}">
                <a16:creationId xmlns:a16="http://schemas.microsoft.com/office/drawing/2014/main" id="{B4AC211C-918C-94A1-8AD9-FAD5867B2EB2}"/>
              </a:ext>
            </a:extLst>
          </p:cNvPr>
          <p:cNvSpPr>
            <a:spLocks noGrp="1"/>
          </p:cNvSpPr>
          <p:nvPr>
            <p:ph type="body" sz="quarter" idx="77" hasCustomPrompt="1"/>
          </p:nvPr>
        </p:nvSpPr>
        <p:spPr>
          <a:xfrm>
            <a:off x="6997700" y="3632200"/>
            <a:ext cx="360000" cy="360000"/>
          </a:xfrm>
          <a:prstGeom prst="ellipse">
            <a:avLst/>
          </a:prstGeom>
          <a:solidFill>
            <a:schemeClr val="accent5"/>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26" name="Text Placeholder 2">
            <a:extLst>
              <a:ext uri="{FF2B5EF4-FFF2-40B4-BE49-F238E27FC236}">
                <a16:creationId xmlns:a16="http://schemas.microsoft.com/office/drawing/2014/main" id="{5B84FA82-C276-72B8-EC9F-5E8CCD8D53BE}"/>
              </a:ext>
            </a:extLst>
          </p:cNvPr>
          <p:cNvSpPr>
            <a:spLocks noGrp="1"/>
          </p:cNvSpPr>
          <p:nvPr>
            <p:ph type="body" sz="quarter" idx="67"/>
          </p:nvPr>
        </p:nvSpPr>
        <p:spPr>
          <a:xfrm>
            <a:off x="7624605" y="2487343"/>
            <a:ext cx="1681161" cy="1031636"/>
          </a:xfrm>
        </p:spPr>
        <p:txBody>
          <a:bodyPr>
            <a:noAutofit/>
          </a:bodyPr>
          <a:lstStyle>
            <a:lvl1pPr>
              <a:lnSpc>
                <a:spcPct val="100000"/>
              </a:lnSpc>
              <a:spcBef>
                <a:spcPts val="0"/>
              </a:spcBef>
              <a:defRPr sz="12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27" name="Text Placeholder 7">
            <a:extLst>
              <a:ext uri="{FF2B5EF4-FFF2-40B4-BE49-F238E27FC236}">
                <a16:creationId xmlns:a16="http://schemas.microsoft.com/office/drawing/2014/main" id="{736245FA-EEE2-C47F-C311-0A8FF803AFE3}"/>
              </a:ext>
            </a:extLst>
          </p:cNvPr>
          <p:cNvSpPr>
            <a:spLocks noGrp="1"/>
          </p:cNvSpPr>
          <p:nvPr>
            <p:ph type="body" sz="quarter" idx="68"/>
          </p:nvPr>
        </p:nvSpPr>
        <p:spPr>
          <a:xfrm>
            <a:off x="7624605" y="1777480"/>
            <a:ext cx="1681161" cy="676285"/>
          </a:xfrm>
        </p:spPr>
        <p:txBody>
          <a:bodyPr anchor="b">
            <a:noAutofit/>
          </a:bodyPr>
          <a:lstStyle>
            <a:lvl1pPr>
              <a:lnSpc>
                <a:spcPct val="100000"/>
              </a:lnSpc>
              <a:spcBef>
                <a:spcPts val="0"/>
              </a:spcBef>
              <a:defRPr sz="1400">
                <a:solidFill>
                  <a:schemeClr val="tx1"/>
                </a:solidFill>
              </a:defRPr>
            </a:lvl1pPr>
          </a:lstStyle>
          <a:p>
            <a:pPr lvl="0"/>
            <a:r>
              <a:rPr lang="en-GB" dirty="0"/>
              <a:t>Click to edit Master text styles</a:t>
            </a:r>
          </a:p>
        </p:txBody>
      </p:sp>
      <p:sp>
        <p:nvSpPr>
          <p:cNvPr id="28" name="Text Placeholder 7">
            <a:extLst>
              <a:ext uri="{FF2B5EF4-FFF2-40B4-BE49-F238E27FC236}">
                <a16:creationId xmlns:a16="http://schemas.microsoft.com/office/drawing/2014/main" id="{C5943782-CFB9-E05D-77EE-A9257E7C116F}"/>
              </a:ext>
            </a:extLst>
          </p:cNvPr>
          <p:cNvSpPr>
            <a:spLocks noGrp="1"/>
          </p:cNvSpPr>
          <p:nvPr>
            <p:ph type="body" sz="quarter" idx="69" hasCustomPrompt="1"/>
          </p:nvPr>
        </p:nvSpPr>
        <p:spPr>
          <a:xfrm rot="16200000">
            <a:off x="6545622" y="2506201"/>
            <a:ext cx="1738360" cy="287198"/>
          </a:xfrm>
        </p:spPr>
        <p:txBody>
          <a:bodyPr anchor="ctr">
            <a:noAutofit/>
          </a:bodyPr>
          <a:lstStyle>
            <a:lvl1pPr algn="r">
              <a:lnSpc>
                <a:spcPct val="100000"/>
              </a:lnSpc>
              <a:spcBef>
                <a:spcPts val="0"/>
              </a:spcBef>
              <a:defRPr sz="1300">
                <a:solidFill>
                  <a:schemeClr val="tx1"/>
                </a:solidFill>
              </a:defRPr>
            </a:lvl1pPr>
          </a:lstStyle>
          <a:p>
            <a:pPr lvl="0"/>
            <a:r>
              <a:rPr lang="en-GB" dirty="0"/>
              <a:t>Milestone</a:t>
            </a:r>
          </a:p>
        </p:txBody>
      </p:sp>
      <p:sp>
        <p:nvSpPr>
          <p:cNvPr id="11" name="Text Placeholder 168">
            <a:extLst>
              <a:ext uri="{FF2B5EF4-FFF2-40B4-BE49-F238E27FC236}">
                <a16:creationId xmlns:a16="http://schemas.microsoft.com/office/drawing/2014/main" id="{12F6E87A-7520-E807-1E18-3CEC7BE2A6C1}"/>
              </a:ext>
            </a:extLst>
          </p:cNvPr>
          <p:cNvSpPr>
            <a:spLocks noGrp="1"/>
          </p:cNvSpPr>
          <p:nvPr>
            <p:ph type="body" sz="quarter" idx="76" hasCustomPrompt="1"/>
          </p:nvPr>
        </p:nvSpPr>
        <p:spPr>
          <a:xfrm>
            <a:off x="9525000" y="3632200"/>
            <a:ext cx="360000" cy="360000"/>
          </a:xfrm>
          <a:prstGeom prst="ellipse">
            <a:avLst/>
          </a:prstGeom>
          <a:solidFill>
            <a:schemeClr val="accent5"/>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30" name="Text Placeholder 2">
            <a:extLst>
              <a:ext uri="{FF2B5EF4-FFF2-40B4-BE49-F238E27FC236}">
                <a16:creationId xmlns:a16="http://schemas.microsoft.com/office/drawing/2014/main" id="{3DC1C7E1-E49D-0D4D-DC9C-49C03EAC9418}"/>
              </a:ext>
            </a:extLst>
          </p:cNvPr>
          <p:cNvSpPr>
            <a:spLocks noGrp="1"/>
          </p:cNvSpPr>
          <p:nvPr>
            <p:ph type="body" sz="quarter" idx="71"/>
          </p:nvPr>
        </p:nvSpPr>
        <p:spPr>
          <a:xfrm>
            <a:off x="9790429" y="4838192"/>
            <a:ext cx="1681161" cy="1031636"/>
          </a:xfrm>
        </p:spPr>
        <p:txBody>
          <a:bodyPr>
            <a:noAutofit/>
          </a:bodyPr>
          <a:lstStyle>
            <a:lvl1pPr>
              <a:lnSpc>
                <a:spcPct val="100000"/>
              </a:lnSpc>
              <a:spcBef>
                <a:spcPts val="0"/>
              </a:spcBef>
              <a:defRPr sz="12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31" name="Text Placeholder 7">
            <a:extLst>
              <a:ext uri="{FF2B5EF4-FFF2-40B4-BE49-F238E27FC236}">
                <a16:creationId xmlns:a16="http://schemas.microsoft.com/office/drawing/2014/main" id="{A214BD9B-326C-6E90-6FEA-8580E5004290}"/>
              </a:ext>
            </a:extLst>
          </p:cNvPr>
          <p:cNvSpPr>
            <a:spLocks noGrp="1"/>
          </p:cNvSpPr>
          <p:nvPr>
            <p:ph type="body" sz="quarter" idx="72"/>
          </p:nvPr>
        </p:nvSpPr>
        <p:spPr>
          <a:xfrm>
            <a:off x="9790429" y="4128329"/>
            <a:ext cx="1681161" cy="676285"/>
          </a:xfrm>
        </p:spPr>
        <p:txBody>
          <a:bodyPr anchor="b">
            <a:noAutofit/>
          </a:bodyPr>
          <a:lstStyle>
            <a:lvl1pPr>
              <a:lnSpc>
                <a:spcPct val="100000"/>
              </a:lnSpc>
              <a:spcBef>
                <a:spcPts val="0"/>
              </a:spcBef>
              <a:defRPr sz="1400">
                <a:solidFill>
                  <a:schemeClr val="tx1"/>
                </a:solidFill>
              </a:defRPr>
            </a:lvl1pPr>
          </a:lstStyle>
          <a:p>
            <a:pPr lvl="0"/>
            <a:r>
              <a:rPr lang="en-GB" dirty="0"/>
              <a:t>Click to edit Master text styles</a:t>
            </a:r>
          </a:p>
        </p:txBody>
      </p:sp>
      <p:sp>
        <p:nvSpPr>
          <p:cNvPr id="32" name="Text Placeholder 7">
            <a:extLst>
              <a:ext uri="{FF2B5EF4-FFF2-40B4-BE49-F238E27FC236}">
                <a16:creationId xmlns:a16="http://schemas.microsoft.com/office/drawing/2014/main" id="{0F09F9CA-5514-6A9A-0917-E3DE53036517}"/>
              </a:ext>
            </a:extLst>
          </p:cNvPr>
          <p:cNvSpPr>
            <a:spLocks noGrp="1"/>
          </p:cNvSpPr>
          <p:nvPr>
            <p:ph type="body" sz="quarter" idx="73" hasCustomPrompt="1"/>
          </p:nvPr>
        </p:nvSpPr>
        <p:spPr>
          <a:xfrm rot="16200000">
            <a:off x="8711446" y="4857050"/>
            <a:ext cx="1738360" cy="287198"/>
          </a:xfrm>
        </p:spPr>
        <p:txBody>
          <a:bodyPr anchor="ctr">
            <a:noAutofit/>
          </a:bodyPr>
          <a:lstStyle>
            <a:lvl1pPr algn="r">
              <a:lnSpc>
                <a:spcPct val="100000"/>
              </a:lnSpc>
              <a:spcBef>
                <a:spcPts val="0"/>
              </a:spcBef>
              <a:defRPr sz="1300">
                <a:solidFill>
                  <a:schemeClr val="tx1"/>
                </a:solidFill>
              </a:defRPr>
            </a:lvl1pPr>
          </a:lstStyle>
          <a:p>
            <a:pPr lvl="0"/>
            <a:r>
              <a:rPr lang="en-GB" dirty="0"/>
              <a:t>Milestone</a:t>
            </a:r>
          </a:p>
        </p:txBody>
      </p:sp>
    </p:spTree>
    <p:extLst>
      <p:ext uri="{BB962C8B-B14F-4D97-AF65-F5344CB8AC3E}">
        <p14:creationId xmlns:p14="http://schemas.microsoft.com/office/powerpoint/2010/main" val="2110512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meline I60V4">
    <p:bg>
      <p:bgPr>
        <a:solidFill>
          <a:schemeClr val="bg2">
            <a:alpha val="30000"/>
          </a:schemeClr>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0D78536D-56B8-C8AB-E6BB-E0331088471C}"/>
              </a:ext>
            </a:extLst>
          </p:cNvPr>
          <p:cNvSpPr>
            <a:spLocks noGrp="1"/>
          </p:cNvSpPr>
          <p:nvPr>
            <p:ph type="title"/>
          </p:nvPr>
        </p:nvSpPr>
        <p:spPr>
          <a:xfrm>
            <a:off x="587375" y="584201"/>
            <a:ext cx="11017248" cy="798639"/>
          </a:xfrm>
          <a:prstGeom prst="rect">
            <a:avLst/>
          </a:prstGeom>
        </p:spPr>
        <p:txBody>
          <a:bodyPr anchor="t">
            <a:noAutofit/>
          </a:bodyPr>
          <a:lstStyle>
            <a:lvl1pPr>
              <a:defRPr>
                <a:solidFill>
                  <a:schemeClr val="tx2"/>
                </a:solidFill>
              </a:defRPr>
            </a:lvl1pPr>
          </a:lstStyle>
          <a:p>
            <a:r>
              <a:rPr lang="en-US" dirty="0"/>
              <a:t>Click to edit Master title style</a:t>
            </a:r>
            <a:endParaRPr lang="en-ID" dirty="0"/>
          </a:p>
        </p:txBody>
      </p:sp>
      <p:cxnSp>
        <p:nvCxnSpPr>
          <p:cNvPr id="7" name="Straight Arrow Connector 6">
            <a:extLst>
              <a:ext uri="{FF2B5EF4-FFF2-40B4-BE49-F238E27FC236}">
                <a16:creationId xmlns:a16="http://schemas.microsoft.com/office/drawing/2014/main" id="{DB543A55-D241-78EE-3D8C-1BDF621FCD28}"/>
              </a:ext>
            </a:extLst>
          </p:cNvPr>
          <p:cNvCxnSpPr>
            <a:cxnSpLocks/>
          </p:cNvCxnSpPr>
          <p:nvPr userDrawn="1"/>
        </p:nvCxnSpPr>
        <p:spPr>
          <a:xfrm>
            <a:off x="587375" y="3823669"/>
            <a:ext cx="11017248" cy="0"/>
          </a:xfrm>
          <a:prstGeom prst="straightConnector1">
            <a:avLst/>
          </a:prstGeom>
          <a:ln w="38100" cap="rnd">
            <a:solidFill>
              <a:schemeClr val="accent5"/>
            </a:solidFill>
            <a:prstDash val="dash"/>
            <a:tailEnd type="stealth" w="lg" len="lg"/>
          </a:ln>
        </p:spPr>
        <p:style>
          <a:lnRef idx="1">
            <a:schemeClr val="accent1"/>
          </a:lnRef>
          <a:fillRef idx="0">
            <a:schemeClr val="accent1"/>
          </a:fillRef>
          <a:effectRef idx="0">
            <a:schemeClr val="accent1"/>
          </a:effectRef>
          <a:fontRef idx="minor">
            <a:schemeClr val="tx1"/>
          </a:fontRef>
        </p:style>
      </p:cxnSp>
      <p:sp>
        <p:nvSpPr>
          <p:cNvPr id="22" name="Text Placeholder 2">
            <a:extLst>
              <a:ext uri="{FF2B5EF4-FFF2-40B4-BE49-F238E27FC236}">
                <a16:creationId xmlns:a16="http://schemas.microsoft.com/office/drawing/2014/main" id="{56BC0482-25B0-66FD-403E-AC58B866ED85}"/>
              </a:ext>
            </a:extLst>
          </p:cNvPr>
          <p:cNvSpPr>
            <a:spLocks noGrp="1"/>
          </p:cNvSpPr>
          <p:nvPr>
            <p:ph type="body" sz="quarter" idx="15"/>
          </p:nvPr>
        </p:nvSpPr>
        <p:spPr>
          <a:xfrm>
            <a:off x="1127127" y="4838192"/>
            <a:ext cx="1545897" cy="1031636"/>
          </a:xfrm>
        </p:spPr>
        <p:txBody>
          <a:bodyPr>
            <a:noAutofit/>
          </a:bodyPr>
          <a:lstStyle>
            <a:lvl1pPr>
              <a:lnSpc>
                <a:spcPct val="100000"/>
              </a:lnSpc>
              <a:spcBef>
                <a:spcPts val="0"/>
              </a:spcBef>
              <a:defRPr sz="12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23" name="Text Placeholder 7">
            <a:extLst>
              <a:ext uri="{FF2B5EF4-FFF2-40B4-BE49-F238E27FC236}">
                <a16:creationId xmlns:a16="http://schemas.microsoft.com/office/drawing/2014/main" id="{9C50B986-01B8-30FE-1ADC-AB068703BDF7}"/>
              </a:ext>
            </a:extLst>
          </p:cNvPr>
          <p:cNvSpPr>
            <a:spLocks noGrp="1"/>
          </p:cNvSpPr>
          <p:nvPr>
            <p:ph type="body" sz="quarter" idx="16"/>
          </p:nvPr>
        </p:nvSpPr>
        <p:spPr>
          <a:xfrm>
            <a:off x="1127127" y="4128329"/>
            <a:ext cx="1545897" cy="676285"/>
          </a:xfrm>
        </p:spPr>
        <p:txBody>
          <a:bodyPr anchor="b">
            <a:noAutofit/>
          </a:bodyPr>
          <a:lstStyle>
            <a:lvl1pPr>
              <a:lnSpc>
                <a:spcPct val="100000"/>
              </a:lnSpc>
              <a:spcBef>
                <a:spcPts val="0"/>
              </a:spcBef>
              <a:defRPr sz="1400">
                <a:solidFill>
                  <a:schemeClr val="tx2"/>
                </a:solidFill>
              </a:defRPr>
            </a:lvl1pPr>
          </a:lstStyle>
          <a:p>
            <a:pPr lvl="0"/>
            <a:r>
              <a:rPr lang="en-GB" dirty="0"/>
              <a:t>Click to edit Master text styles</a:t>
            </a:r>
          </a:p>
        </p:txBody>
      </p:sp>
      <p:sp>
        <p:nvSpPr>
          <p:cNvPr id="24" name="Text Placeholder 7">
            <a:extLst>
              <a:ext uri="{FF2B5EF4-FFF2-40B4-BE49-F238E27FC236}">
                <a16:creationId xmlns:a16="http://schemas.microsoft.com/office/drawing/2014/main" id="{B2A92B5B-5BAC-146B-32EB-F3D930339FC9}"/>
              </a:ext>
            </a:extLst>
          </p:cNvPr>
          <p:cNvSpPr>
            <a:spLocks noGrp="1"/>
          </p:cNvSpPr>
          <p:nvPr>
            <p:ph type="body" sz="quarter" idx="57" hasCustomPrompt="1"/>
          </p:nvPr>
        </p:nvSpPr>
        <p:spPr>
          <a:xfrm rot="16200000">
            <a:off x="48144" y="4857050"/>
            <a:ext cx="1738360" cy="287198"/>
          </a:xfrm>
        </p:spPr>
        <p:txBody>
          <a:bodyPr anchor="ctr">
            <a:noAutofit/>
          </a:bodyPr>
          <a:lstStyle>
            <a:lvl1pPr algn="r">
              <a:lnSpc>
                <a:spcPct val="100000"/>
              </a:lnSpc>
              <a:spcBef>
                <a:spcPts val="0"/>
              </a:spcBef>
              <a:defRPr sz="1300">
                <a:solidFill>
                  <a:schemeClr val="accent2"/>
                </a:solidFill>
              </a:defRPr>
            </a:lvl1pPr>
          </a:lstStyle>
          <a:p>
            <a:pPr lvl="0"/>
            <a:r>
              <a:rPr lang="en-GB" dirty="0"/>
              <a:t>Milestone</a:t>
            </a:r>
          </a:p>
        </p:txBody>
      </p:sp>
      <p:sp>
        <p:nvSpPr>
          <p:cNvPr id="35" name="Text Placeholder 168">
            <a:extLst>
              <a:ext uri="{FF2B5EF4-FFF2-40B4-BE49-F238E27FC236}">
                <a16:creationId xmlns:a16="http://schemas.microsoft.com/office/drawing/2014/main" id="{0B19C6BF-3839-A4A7-AB2C-387A9E955F78}"/>
              </a:ext>
            </a:extLst>
          </p:cNvPr>
          <p:cNvSpPr>
            <a:spLocks noGrp="1"/>
          </p:cNvSpPr>
          <p:nvPr>
            <p:ph type="body" sz="quarter" idx="82" hasCustomPrompt="1"/>
          </p:nvPr>
        </p:nvSpPr>
        <p:spPr>
          <a:xfrm>
            <a:off x="2641600" y="3645078"/>
            <a:ext cx="360000" cy="360000"/>
          </a:xfrm>
          <a:prstGeom prst="ellipse">
            <a:avLst/>
          </a:prstGeom>
          <a:solidFill>
            <a:schemeClr val="accent2"/>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12" name="Text Placeholder 2">
            <a:extLst>
              <a:ext uri="{FF2B5EF4-FFF2-40B4-BE49-F238E27FC236}">
                <a16:creationId xmlns:a16="http://schemas.microsoft.com/office/drawing/2014/main" id="{14ABF171-F5FB-95D6-D557-22167CC7478D}"/>
              </a:ext>
            </a:extLst>
          </p:cNvPr>
          <p:cNvSpPr>
            <a:spLocks noGrp="1"/>
          </p:cNvSpPr>
          <p:nvPr>
            <p:ph type="body" sz="quarter" idx="59"/>
          </p:nvPr>
        </p:nvSpPr>
        <p:spPr>
          <a:xfrm>
            <a:off x="2951228" y="2499850"/>
            <a:ext cx="1545897" cy="1031636"/>
          </a:xfrm>
        </p:spPr>
        <p:txBody>
          <a:bodyPr>
            <a:noAutofit/>
          </a:bodyPr>
          <a:lstStyle>
            <a:lvl1pPr>
              <a:lnSpc>
                <a:spcPct val="100000"/>
              </a:lnSpc>
              <a:spcBef>
                <a:spcPts val="0"/>
              </a:spcBef>
              <a:defRPr sz="12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3" name="Text Placeholder 7">
            <a:extLst>
              <a:ext uri="{FF2B5EF4-FFF2-40B4-BE49-F238E27FC236}">
                <a16:creationId xmlns:a16="http://schemas.microsoft.com/office/drawing/2014/main" id="{17EB721C-7D57-2D66-3B50-692BC217A473}"/>
              </a:ext>
            </a:extLst>
          </p:cNvPr>
          <p:cNvSpPr>
            <a:spLocks noGrp="1"/>
          </p:cNvSpPr>
          <p:nvPr>
            <p:ph type="body" sz="quarter" idx="60"/>
          </p:nvPr>
        </p:nvSpPr>
        <p:spPr>
          <a:xfrm>
            <a:off x="2951228" y="1789987"/>
            <a:ext cx="1545897" cy="676285"/>
          </a:xfrm>
        </p:spPr>
        <p:txBody>
          <a:bodyPr anchor="b">
            <a:noAutofit/>
          </a:bodyPr>
          <a:lstStyle>
            <a:lvl1pPr>
              <a:lnSpc>
                <a:spcPct val="100000"/>
              </a:lnSpc>
              <a:spcBef>
                <a:spcPts val="0"/>
              </a:spcBef>
              <a:defRPr sz="1400">
                <a:solidFill>
                  <a:schemeClr val="tx2"/>
                </a:solidFill>
              </a:defRPr>
            </a:lvl1pPr>
          </a:lstStyle>
          <a:p>
            <a:pPr lvl="0"/>
            <a:r>
              <a:rPr lang="en-GB" dirty="0"/>
              <a:t>Click to edit Master text styles</a:t>
            </a:r>
          </a:p>
        </p:txBody>
      </p:sp>
      <p:sp>
        <p:nvSpPr>
          <p:cNvPr id="14" name="Text Placeholder 7">
            <a:extLst>
              <a:ext uri="{FF2B5EF4-FFF2-40B4-BE49-F238E27FC236}">
                <a16:creationId xmlns:a16="http://schemas.microsoft.com/office/drawing/2014/main" id="{32EC58A2-CC25-770E-9DC3-A38ECAA12128}"/>
              </a:ext>
            </a:extLst>
          </p:cNvPr>
          <p:cNvSpPr>
            <a:spLocks noGrp="1"/>
          </p:cNvSpPr>
          <p:nvPr>
            <p:ph type="body" sz="quarter" idx="61" hasCustomPrompt="1"/>
          </p:nvPr>
        </p:nvSpPr>
        <p:spPr>
          <a:xfrm rot="16200000">
            <a:off x="1872245" y="2518708"/>
            <a:ext cx="1738360" cy="287198"/>
          </a:xfrm>
        </p:spPr>
        <p:txBody>
          <a:bodyPr anchor="ctr">
            <a:noAutofit/>
          </a:bodyPr>
          <a:lstStyle>
            <a:lvl1pPr algn="r">
              <a:lnSpc>
                <a:spcPct val="100000"/>
              </a:lnSpc>
              <a:spcBef>
                <a:spcPts val="0"/>
              </a:spcBef>
              <a:defRPr sz="1300">
                <a:solidFill>
                  <a:schemeClr val="accent2"/>
                </a:solidFill>
              </a:defRPr>
            </a:lvl1pPr>
          </a:lstStyle>
          <a:p>
            <a:pPr lvl="0"/>
            <a:r>
              <a:rPr lang="en-GB" dirty="0"/>
              <a:t>Milestone</a:t>
            </a:r>
          </a:p>
        </p:txBody>
      </p:sp>
      <p:sp>
        <p:nvSpPr>
          <p:cNvPr id="34" name="Text Placeholder 168">
            <a:extLst>
              <a:ext uri="{FF2B5EF4-FFF2-40B4-BE49-F238E27FC236}">
                <a16:creationId xmlns:a16="http://schemas.microsoft.com/office/drawing/2014/main" id="{6D466CDF-E874-5C3F-A560-2C24B3691507}"/>
              </a:ext>
            </a:extLst>
          </p:cNvPr>
          <p:cNvSpPr>
            <a:spLocks noGrp="1"/>
          </p:cNvSpPr>
          <p:nvPr>
            <p:ph type="body" sz="quarter" idx="81" hasCustomPrompt="1"/>
          </p:nvPr>
        </p:nvSpPr>
        <p:spPr>
          <a:xfrm>
            <a:off x="4419600" y="3632378"/>
            <a:ext cx="360000" cy="360000"/>
          </a:xfrm>
          <a:prstGeom prst="ellipse">
            <a:avLst/>
          </a:prstGeom>
          <a:solidFill>
            <a:schemeClr val="accent2"/>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16" name="Text Placeholder 2">
            <a:extLst>
              <a:ext uri="{FF2B5EF4-FFF2-40B4-BE49-F238E27FC236}">
                <a16:creationId xmlns:a16="http://schemas.microsoft.com/office/drawing/2014/main" id="{A94B3084-98C4-6296-6B6D-97EB34068290}"/>
              </a:ext>
            </a:extLst>
          </p:cNvPr>
          <p:cNvSpPr>
            <a:spLocks noGrp="1"/>
          </p:cNvSpPr>
          <p:nvPr>
            <p:ph type="body" sz="quarter" idx="63"/>
          </p:nvPr>
        </p:nvSpPr>
        <p:spPr>
          <a:xfrm>
            <a:off x="4775329" y="4838192"/>
            <a:ext cx="1545897" cy="1031636"/>
          </a:xfrm>
        </p:spPr>
        <p:txBody>
          <a:bodyPr>
            <a:noAutofit/>
          </a:bodyPr>
          <a:lstStyle>
            <a:lvl1pPr>
              <a:lnSpc>
                <a:spcPct val="100000"/>
              </a:lnSpc>
              <a:spcBef>
                <a:spcPts val="0"/>
              </a:spcBef>
              <a:defRPr sz="12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7" name="Text Placeholder 7">
            <a:extLst>
              <a:ext uri="{FF2B5EF4-FFF2-40B4-BE49-F238E27FC236}">
                <a16:creationId xmlns:a16="http://schemas.microsoft.com/office/drawing/2014/main" id="{36613FBF-AFC6-DE81-8285-5B1C2E02F16B}"/>
              </a:ext>
            </a:extLst>
          </p:cNvPr>
          <p:cNvSpPr>
            <a:spLocks noGrp="1"/>
          </p:cNvSpPr>
          <p:nvPr>
            <p:ph type="body" sz="quarter" idx="64"/>
          </p:nvPr>
        </p:nvSpPr>
        <p:spPr>
          <a:xfrm>
            <a:off x="4775329" y="4128329"/>
            <a:ext cx="1545897" cy="676285"/>
          </a:xfrm>
        </p:spPr>
        <p:txBody>
          <a:bodyPr anchor="b">
            <a:noAutofit/>
          </a:bodyPr>
          <a:lstStyle>
            <a:lvl1pPr>
              <a:lnSpc>
                <a:spcPct val="100000"/>
              </a:lnSpc>
              <a:spcBef>
                <a:spcPts val="0"/>
              </a:spcBef>
              <a:defRPr sz="1400">
                <a:solidFill>
                  <a:schemeClr val="tx2"/>
                </a:solidFill>
              </a:defRPr>
            </a:lvl1pPr>
          </a:lstStyle>
          <a:p>
            <a:pPr lvl="0"/>
            <a:r>
              <a:rPr lang="en-GB" dirty="0"/>
              <a:t>Click to edit Master text styles</a:t>
            </a:r>
          </a:p>
        </p:txBody>
      </p:sp>
      <p:sp>
        <p:nvSpPr>
          <p:cNvPr id="18" name="Text Placeholder 7">
            <a:extLst>
              <a:ext uri="{FF2B5EF4-FFF2-40B4-BE49-F238E27FC236}">
                <a16:creationId xmlns:a16="http://schemas.microsoft.com/office/drawing/2014/main" id="{4BAAF04D-62AF-4228-9A5B-311BD243A2B4}"/>
              </a:ext>
            </a:extLst>
          </p:cNvPr>
          <p:cNvSpPr>
            <a:spLocks noGrp="1"/>
          </p:cNvSpPr>
          <p:nvPr>
            <p:ph type="body" sz="quarter" idx="65" hasCustomPrompt="1"/>
          </p:nvPr>
        </p:nvSpPr>
        <p:spPr>
          <a:xfrm rot="16200000">
            <a:off x="3696346" y="4857050"/>
            <a:ext cx="1738360" cy="287198"/>
          </a:xfrm>
        </p:spPr>
        <p:txBody>
          <a:bodyPr anchor="ctr">
            <a:noAutofit/>
          </a:bodyPr>
          <a:lstStyle>
            <a:lvl1pPr algn="r">
              <a:lnSpc>
                <a:spcPct val="100000"/>
              </a:lnSpc>
              <a:spcBef>
                <a:spcPts val="0"/>
              </a:spcBef>
              <a:defRPr sz="1300">
                <a:solidFill>
                  <a:schemeClr val="accent2"/>
                </a:solidFill>
              </a:defRPr>
            </a:lvl1pPr>
          </a:lstStyle>
          <a:p>
            <a:pPr lvl="0"/>
            <a:r>
              <a:rPr lang="en-GB" dirty="0"/>
              <a:t>Milestone</a:t>
            </a:r>
          </a:p>
        </p:txBody>
      </p:sp>
      <p:sp>
        <p:nvSpPr>
          <p:cNvPr id="9" name="Text Placeholder 168">
            <a:extLst>
              <a:ext uri="{FF2B5EF4-FFF2-40B4-BE49-F238E27FC236}">
                <a16:creationId xmlns:a16="http://schemas.microsoft.com/office/drawing/2014/main" id="{B6EBAB72-AC4B-C7CF-CDE8-6C584A93A9F7}"/>
              </a:ext>
            </a:extLst>
          </p:cNvPr>
          <p:cNvSpPr>
            <a:spLocks noGrp="1"/>
          </p:cNvSpPr>
          <p:nvPr>
            <p:ph type="body" sz="quarter" idx="80" hasCustomPrompt="1"/>
          </p:nvPr>
        </p:nvSpPr>
        <p:spPr>
          <a:xfrm>
            <a:off x="6210300" y="3645078"/>
            <a:ext cx="360000" cy="360000"/>
          </a:xfrm>
          <a:prstGeom prst="ellipse">
            <a:avLst/>
          </a:prstGeom>
          <a:solidFill>
            <a:schemeClr val="accent2"/>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20" name="Text Placeholder 2">
            <a:extLst>
              <a:ext uri="{FF2B5EF4-FFF2-40B4-BE49-F238E27FC236}">
                <a16:creationId xmlns:a16="http://schemas.microsoft.com/office/drawing/2014/main" id="{C22B9BC5-5866-BA38-15A8-8C6C92D7394E}"/>
              </a:ext>
            </a:extLst>
          </p:cNvPr>
          <p:cNvSpPr>
            <a:spLocks noGrp="1"/>
          </p:cNvSpPr>
          <p:nvPr>
            <p:ph type="body" sz="quarter" idx="67"/>
          </p:nvPr>
        </p:nvSpPr>
        <p:spPr>
          <a:xfrm>
            <a:off x="6502596" y="2499850"/>
            <a:ext cx="1545897" cy="1031636"/>
          </a:xfrm>
        </p:spPr>
        <p:txBody>
          <a:bodyPr>
            <a:noAutofit/>
          </a:bodyPr>
          <a:lstStyle>
            <a:lvl1pPr>
              <a:lnSpc>
                <a:spcPct val="100000"/>
              </a:lnSpc>
              <a:spcBef>
                <a:spcPts val="0"/>
              </a:spcBef>
              <a:defRPr sz="12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21" name="Text Placeholder 7">
            <a:extLst>
              <a:ext uri="{FF2B5EF4-FFF2-40B4-BE49-F238E27FC236}">
                <a16:creationId xmlns:a16="http://schemas.microsoft.com/office/drawing/2014/main" id="{9553C91A-E673-80D0-6367-D9E6EDE2FE61}"/>
              </a:ext>
            </a:extLst>
          </p:cNvPr>
          <p:cNvSpPr>
            <a:spLocks noGrp="1"/>
          </p:cNvSpPr>
          <p:nvPr>
            <p:ph type="body" sz="quarter" idx="68"/>
          </p:nvPr>
        </p:nvSpPr>
        <p:spPr>
          <a:xfrm>
            <a:off x="6502596" y="1789987"/>
            <a:ext cx="1545897" cy="676285"/>
          </a:xfrm>
        </p:spPr>
        <p:txBody>
          <a:bodyPr anchor="b">
            <a:noAutofit/>
          </a:bodyPr>
          <a:lstStyle>
            <a:lvl1pPr>
              <a:lnSpc>
                <a:spcPct val="100000"/>
              </a:lnSpc>
              <a:spcBef>
                <a:spcPts val="0"/>
              </a:spcBef>
              <a:defRPr sz="1400">
                <a:solidFill>
                  <a:schemeClr val="tx2"/>
                </a:solidFill>
              </a:defRPr>
            </a:lvl1pPr>
          </a:lstStyle>
          <a:p>
            <a:pPr lvl="0"/>
            <a:r>
              <a:rPr lang="en-GB" dirty="0"/>
              <a:t>Click to edit Master text styles</a:t>
            </a:r>
          </a:p>
        </p:txBody>
      </p:sp>
      <p:sp>
        <p:nvSpPr>
          <p:cNvPr id="25" name="Text Placeholder 7">
            <a:extLst>
              <a:ext uri="{FF2B5EF4-FFF2-40B4-BE49-F238E27FC236}">
                <a16:creationId xmlns:a16="http://schemas.microsoft.com/office/drawing/2014/main" id="{EA2E7440-3DAE-8CAC-91F3-759991DCC194}"/>
              </a:ext>
            </a:extLst>
          </p:cNvPr>
          <p:cNvSpPr>
            <a:spLocks noGrp="1"/>
          </p:cNvSpPr>
          <p:nvPr>
            <p:ph type="body" sz="quarter" idx="69" hasCustomPrompt="1"/>
          </p:nvPr>
        </p:nvSpPr>
        <p:spPr>
          <a:xfrm rot="16200000">
            <a:off x="5423613" y="2518708"/>
            <a:ext cx="1738360" cy="287198"/>
          </a:xfrm>
        </p:spPr>
        <p:txBody>
          <a:bodyPr anchor="ctr">
            <a:noAutofit/>
          </a:bodyPr>
          <a:lstStyle>
            <a:lvl1pPr algn="r">
              <a:lnSpc>
                <a:spcPct val="100000"/>
              </a:lnSpc>
              <a:spcBef>
                <a:spcPts val="0"/>
              </a:spcBef>
              <a:defRPr sz="1300">
                <a:solidFill>
                  <a:schemeClr val="accent2"/>
                </a:solidFill>
              </a:defRPr>
            </a:lvl1pPr>
          </a:lstStyle>
          <a:p>
            <a:pPr lvl="0"/>
            <a:r>
              <a:rPr lang="en-GB" dirty="0"/>
              <a:t>Milestone</a:t>
            </a:r>
          </a:p>
        </p:txBody>
      </p:sp>
      <p:sp>
        <p:nvSpPr>
          <p:cNvPr id="8" name="Text Placeholder 168">
            <a:extLst>
              <a:ext uri="{FF2B5EF4-FFF2-40B4-BE49-F238E27FC236}">
                <a16:creationId xmlns:a16="http://schemas.microsoft.com/office/drawing/2014/main" id="{7371A1F4-A993-B1BF-A750-5F2131EB430E}"/>
              </a:ext>
            </a:extLst>
          </p:cNvPr>
          <p:cNvSpPr>
            <a:spLocks noGrp="1"/>
          </p:cNvSpPr>
          <p:nvPr>
            <p:ph type="body" sz="quarter" idx="79" hasCustomPrompt="1"/>
          </p:nvPr>
        </p:nvSpPr>
        <p:spPr>
          <a:xfrm>
            <a:off x="8001000" y="3645078"/>
            <a:ext cx="360000" cy="360000"/>
          </a:xfrm>
          <a:prstGeom prst="ellipse">
            <a:avLst/>
          </a:prstGeom>
          <a:solidFill>
            <a:schemeClr val="accent2"/>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27" name="Text Placeholder 2">
            <a:extLst>
              <a:ext uri="{FF2B5EF4-FFF2-40B4-BE49-F238E27FC236}">
                <a16:creationId xmlns:a16="http://schemas.microsoft.com/office/drawing/2014/main" id="{B7A4FB97-CF47-A6ED-AFC3-F9E1E8A1E5E9}"/>
              </a:ext>
            </a:extLst>
          </p:cNvPr>
          <p:cNvSpPr>
            <a:spLocks noGrp="1"/>
          </p:cNvSpPr>
          <p:nvPr>
            <p:ph type="body" sz="quarter" idx="71"/>
          </p:nvPr>
        </p:nvSpPr>
        <p:spPr>
          <a:xfrm>
            <a:off x="8423531" y="4838192"/>
            <a:ext cx="1545897" cy="1031636"/>
          </a:xfrm>
        </p:spPr>
        <p:txBody>
          <a:bodyPr>
            <a:noAutofit/>
          </a:bodyPr>
          <a:lstStyle>
            <a:lvl1pPr>
              <a:lnSpc>
                <a:spcPct val="100000"/>
              </a:lnSpc>
              <a:spcBef>
                <a:spcPts val="0"/>
              </a:spcBef>
              <a:defRPr sz="12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28" name="Text Placeholder 7">
            <a:extLst>
              <a:ext uri="{FF2B5EF4-FFF2-40B4-BE49-F238E27FC236}">
                <a16:creationId xmlns:a16="http://schemas.microsoft.com/office/drawing/2014/main" id="{1098CD05-4730-BAD9-7E67-8548D9738991}"/>
              </a:ext>
            </a:extLst>
          </p:cNvPr>
          <p:cNvSpPr>
            <a:spLocks noGrp="1"/>
          </p:cNvSpPr>
          <p:nvPr>
            <p:ph type="body" sz="quarter" idx="72"/>
          </p:nvPr>
        </p:nvSpPr>
        <p:spPr>
          <a:xfrm>
            <a:off x="8423531" y="4128329"/>
            <a:ext cx="1545897" cy="676285"/>
          </a:xfrm>
        </p:spPr>
        <p:txBody>
          <a:bodyPr anchor="b">
            <a:noAutofit/>
          </a:bodyPr>
          <a:lstStyle>
            <a:lvl1pPr>
              <a:lnSpc>
                <a:spcPct val="100000"/>
              </a:lnSpc>
              <a:spcBef>
                <a:spcPts val="0"/>
              </a:spcBef>
              <a:defRPr sz="1400">
                <a:solidFill>
                  <a:schemeClr val="tx2"/>
                </a:solidFill>
              </a:defRPr>
            </a:lvl1pPr>
          </a:lstStyle>
          <a:p>
            <a:pPr lvl="0"/>
            <a:r>
              <a:rPr lang="en-GB" dirty="0"/>
              <a:t>Click to edit Master text styles</a:t>
            </a:r>
          </a:p>
        </p:txBody>
      </p:sp>
      <p:sp>
        <p:nvSpPr>
          <p:cNvPr id="29" name="Text Placeholder 7">
            <a:extLst>
              <a:ext uri="{FF2B5EF4-FFF2-40B4-BE49-F238E27FC236}">
                <a16:creationId xmlns:a16="http://schemas.microsoft.com/office/drawing/2014/main" id="{895496AC-1552-EF02-5930-6D8F196BBDAA}"/>
              </a:ext>
            </a:extLst>
          </p:cNvPr>
          <p:cNvSpPr>
            <a:spLocks noGrp="1"/>
          </p:cNvSpPr>
          <p:nvPr>
            <p:ph type="body" sz="quarter" idx="73" hasCustomPrompt="1"/>
          </p:nvPr>
        </p:nvSpPr>
        <p:spPr>
          <a:xfrm rot="16200000">
            <a:off x="7344548" y="4857050"/>
            <a:ext cx="1738360" cy="287198"/>
          </a:xfrm>
        </p:spPr>
        <p:txBody>
          <a:bodyPr anchor="ctr">
            <a:noAutofit/>
          </a:bodyPr>
          <a:lstStyle>
            <a:lvl1pPr algn="r">
              <a:lnSpc>
                <a:spcPct val="100000"/>
              </a:lnSpc>
              <a:spcBef>
                <a:spcPts val="0"/>
              </a:spcBef>
              <a:defRPr sz="1300">
                <a:solidFill>
                  <a:schemeClr val="accent2"/>
                </a:solidFill>
              </a:defRPr>
            </a:lvl1pPr>
          </a:lstStyle>
          <a:p>
            <a:pPr lvl="0"/>
            <a:r>
              <a:rPr lang="en-GB" dirty="0"/>
              <a:t>Milestone</a:t>
            </a:r>
          </a:p>
        </p:txBody>
      </p:sp>
      <p:sp>
        <p:nvSpPr>
          <p:cNvPr id="36" name="Text Placeholder 168">
            <a:extLst>
              <a:ext uri="{FF2B5EF4-FFF2-40B4-BE49-F238E27FC236}">
                <a16:creationId xmlns:a16="http://schemas.microsoft.com/office/drawing/2014/main" id="{ECC8CAD4-96DD-DFAF-AA29-00AFACDD630C}"/>
              </a:ext>
            </a:extLst>
          </p:cNvPr>
          <p:cNvSpPr>
            <a:spLocks noGrp="1"/>
          </p:cNvSpPr>
          <p:nvPr>
            <p:ph type="body" sz="quarter" idx="83" hasCustomPrompt="1"/>
          </p:nvPr>
        </p:nvSpPr>
        <p:spPr>
          <a:xfrm>
            <a:off x="9779000" y="3645078"/>
            <a:ext cx="360000" cy="360000"/>
          </a:xfrm>
          <a:prstGeom prst="ellipse">
            <a:avLst/>
          </a:prstGeom>
          <a:solidFill>
            <a:schemeClr val="accent2"/>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31" name="Text Placeholder 2">
            <a:extLst>
              <a:ext uri="{FF2B5EF4-FFF2-40B4-BE49-F238E27FC236}">
                <a16:creationId xmlns:a16="http://schemas.microsoft.com/office/drawing/2014/main" id="{C556999F-2660-2E0A-9A48-A686C140A52C}"/>
              </a:ext>
            </a:extLst>
          </p:cNvPr>
          <p:cNvSpPr>
            <a:spLocks noGrp="1"/>
          </p:cNvSpPr>
          <p:nvPr>
            <p:ph type="body" sz="quarter" idx="75"/>
          </p:nvPr>
        </p:nvSpPr>
        <p:spPr>
          <a:xfrm>
            <a:off x="10053964" y="2499850"/>
            <a:ext cx="1545897" cy="1031636"/>
          </a:xfrm>
        </p:spPr>
        <p:txBody>
          <a:bodyPr>
            <a:noAutofit/>
          </a:bodyPr>
          <a:lstStyle>
            <a:lvl1pPr>
              <a:lnSpc>
                <a:spcPct val="100000"/>
              </a:lnSpc>
              <a:spcBef>
                <a:spcPts val="0"/>
              </a:spcBef>
              <a:defRPr sz="12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32" name="Text Placeholder 7">
            <a:extLst>
              <a:ext uri="{FF2B5EF4-FFF2-40B4-BE49-F238E27FC236}">
                <a16:creationId xmlns:a16="http://schemas.microsoft.com/office/drawing/2014/main" id="{AAF9B49E-A9EF-6331-D3A6-16BB16393B2D}"/>
              </a:ext>
            </a:extLst>
          </p:cNvPr>
          <p:cNvSpPr>
            <a:spLocks noGrp="1"/>
          </p:cNvSpPr>
          <p:nvPr>
            <p:ph type="body" sz="quarter" idx="76"/>
          </p:nvPr>
        </p:nvSpPr>
        <p:spPr>
          <a:xfrm>
            <a:off x="10053964" y="1789987"/>
            <a:ext cx="1545897" cy="676285"/>
          </a:xfrm>
        </p:spPr>
        <p:txBody>
          <a:bodyPr anchor="b">
            <a:noAutofit/>
          </a:bodyPr>
          <a:lstStyle>
            <a:lvl1pPr>
              <a:lnSpc>
                <a:spcPct val="100000"/>
              </a:lnSpc>
              <a:spcBef>
                <a:spcPts val="0"/>
              </a:spcBef>
              <a:defRPr sz="1400">
                <a:solidFill>
                  <a:schemeClr val="tx2"/>
                </a:solidFill>
              </a:defRPr>
            </a:lvl1pPr>
          </a:lstStyle>
          <a:p>
            <a:pPr lvl="0"/>
            <a:r>
              <a:rPr lang="en-GB" dirty="0"/>
              <a:t>Click to edit Master text styles</a:t>
            </a:r>
          </a:p>
        </p:txBody>
      </p:sp>
      <p:sp>
        <p:nvSpPr>
          <p:cNvPr id="33" name="Text Placeholder 7">
            <a:extLst>
              <a:ext uri="{FF2B5EF4-FFF2-40B4-BE49-F238E27FC236}">
                <a16:creationId xmlns:a16="http://schemas.microsoft.com/office/drawing/2014/main" id="{1C756DFB-E4FA-C6A8-C347-69974F163F62}"/>
              </a:ext>
            </a:extLst>
          </p:cNvPr>
          <p:cNvSpPr>
            <a:spLocks noGrp="1"/>
          </p:cNvSpPr>
          <p:nvPr>
            <p:ph type="body" sz="quarter" idx="77" hasCustomPrompt="1"/>
          </p:nvPr>
        </p:nvSpPr>
        <p:spPr>
          <a:xfrm rot="16200000">
            <a:off x="8974981" y="2518708"/>
            <a:ext cx="1738360" cy="287198"/>
          </a:xfrm>
        </p:spPr>
        <p:txBody>
          <a:bodyPr anchor="ctr">
            <a:noAutofit/>
          </a:bodyPr>
          <a:lstStyle>
            <a:lvl1pPr algn="r">
              <a:lnSpc>
                <a:spcPct val="100000"/>
              </a:lnSpc>
              <a:spcBef>
                <a:spcPts val="0"/>
              </a:spcBef>
              <a:defRPr sz="1300">
                <a:solidFill>
                  <a:schemeClr val="accent2"/>
                </a:solidFill>
              </a:defRPr>
            </a:lvl1pPr>
          </a:lstStyle>
          <a:p>
            <a:pPr lvl="0"/>
            <a:r>
              <a:rPr lang="en-GB" dirty="0"/>
              <a:t>Milestone</a:t>
            </a:r>
          </a:p>
        </p:txBody>
      </p:sp>
      <p:sp>
        <p:nvSpPr>
          <p:cNvPr id="4" name="Text Placeholder 168">
            <a:extLst>
              <a:ext uri="{FF2B5EF4-FFF2-40B4-BE49-F238E27FC236}">
                <a16:creationId xmlns:a16="http://schemas.microsoft.com/office/drawing/2014/main" id="{E9CDCE82-6CB8-A7B5-A950-748A7628D6FE}"/>
              </a:ext>
            </a:extLst>
          </p:cNvPr>
          <p:cNvSpPr>
            <a:spLocks noGrp="1"/>
          </p:cNvSpPr>
          <p:nvPr>
            <p:ph type="body" sz="quarter" idx="78" hasCustomPrompt="1"/>
          </p:nvPr>
        </p:nvSpPr>
        <p:spPr>
          <a:xfrm>
            <a:off x="850900" y="3645078"/>
            <a:ext cx="360000" cy="360000"/>
          </a:xfrm>
          <a:prstGeom prst="ellipse">
            <a:avLst/>
          </a:prstGeom>
          <a:solidFill>
            <a:schemeClr val="accent2"/>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Tree>
    <p:extLst>
      <p:ext uri="{BB962C8B-B14F-4D97-AF65-F5344CB8AC3E}">
        <p14:creationId xmlns:p14="http://schemas.microsoft.com/office/powerpoint/2010/main" val="35162397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meline I60V5">
    <p:bg>
      <p:bgPr>
        <a:solidFill>
          <a:schemeClr val="bg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DD7D4AC-BCAD-5769-10CE-B3C5600AB4CA}"/>
              </a:ext>
            </a:extLst>
          </p:cNvPr>
          <p:cNvGrpSpPr/>
          <p:nvPr userDrawn="1"/>
        </p:nvGrpSpPr>
        <p:grpSpPr>
          <a:xfrm>
            <a:off x="4134283" y="3174414"/>
            <a:ext cx="3923434" cy="1307812"/>
            <a:chOff x="4134283" y="2771991"/>
            <a:chExt cx="3923434" cy="1307812"/>
          </a:xfrm>
        </p:grpSpPr>
        <p:grpSp>
          <p:nvGrpSpPr>
            <p:cNvPr id="4" name="Group 3">
              <a:extLst>
                <a:ext uri="{FF2B5EF4-FFF2-40B4-BE49-F238E27FC236}">
                  <a16:creationId xmlns:a16="http://schemas.microsoft.com/office/drawing/2014/main" id="{82F50B38-1B10-8923-4333-D1F9008AE719}"/>
                </a:ext>
              </a:extLst>
            </p:cNvPr>
            <p:cNvGrpSpPr/>
            <p:nvPr userDrawn="1"/>
          </p:nvGrpSpPr>
          <p:grpSpPr>
            <a:xfrm>
              <a:off x="4134283" y="2771991"/>
              <a:ext cx="3923434" cy="1307812"/>
              <a:chOff x="4134283" y="2768888"/>
              <a:chExt cx="3923434" cy="1307812"/>
            </a:xfrm>
          </p:grpSpPr>
          <p:sp>
            <p:nvSpPr>
              <p:cNvPr id="18" name="Arc 47">
                <a:extLst>
                  <a:ext uri="{FF2B5EF4-FFF2-40B4-BE49-F238E27FC236}">
                    <a16:creationId xmlns:a16="http://schemas.microsoft.com/office/drawing/2014/main" id="{53D12993-8DA4-76E5-FF34-29883635B6B2}"/>
                  </a:ext>
                </a:extLst>
              </p:cNvPr>
              <p:cNvSpPr/>
              <p:nvPr userDrawn="1"/>
            </p:nvSpPr>
            <p:spPr>
              <a:xfrm>
                <a:off x="4134283" y="2768888"/>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9" name="Arc 48">
                <a:extLst>
                  <a:ext uri="{FF2B5EF4-FFF2-40B4-BE49-F238E27FC236}">
                    <a16:creationId xmlns:a16="http://schemas.microsoft.com/office/drawing/2014/main" id="{57608E95-6E44-2EEF-E99E-1F497CF6E911}"/>
                  </a:ext>
                </a:extLst>
              </p:cNvPr>
              <p:cNvSpPr/>
              <p:nvPr userDrawn="1"/>
            </p:nvSpPr>
            <p:spPr>
              <a:xfrm flipV="1">
                <a:off x="5442094" y="2768888"/>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0" name="Arc 49">
                <a:extLst>
                  <a:ext uri="{FF2B5EF4-FFF2-40B4-BE49-F238E27FC236}">
                    <a16:creationId xmlns:a16="http://schemas.microsoft.com/office/drawing/2014/main" id="{B0933033-333B-AEFF-3DD3-E5C3D050A372}"/>
                  </a:ext>
                </a:extLst>
              </p:cNvPr>
              <p:cNvSpPr/>
              <p:nvPr userDrawn="1"/>
            </p:nvSpPr>
            <p:spPr>
              <a:xfrm>
                <a:off x="6749906" y="2768888"/>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grpSp>
          <p:nvGrpSpPr>
            <p:cNvPr id="10" name="Group 9">
              <a:extLst>
                <a:ext uri="{FF2B5EF4-FFF2-40B4-BE49-F238E27FC236}">
                  <a16:creationId xmlns:a16="http://schemas.microsoft.com/office/drawing/2014/main" id="{03C8069F-2F11-2B81-4C04-90E9E467E9C1}"/>
                </a:ext>
              </a:extLst>
            </p:cNvPr>
            <p:cNvGrpSpPr/>
            <p:nvPr userDrawn="1"/>
          </p:nvGrpSpPr>
          <p:grpSpPr>
            <a:xfrm>
              <a:off x="4134283" y="2771991"/>
              <a:ext cx="3923434" cy="1307812"/>
              <a:chOff x="4134283" y="2775094"/>
              <a:chExt cx="3923434" cy="1307812"/>
            </a:xfrm>
          </p:grpSpPr>
          <p:sp>
            <p:nvSpPr>
              <p:cNvPr id="14" name="Arc 13">
                <a:extLst>
                  <a:ext uri="{FF2B5EF4-FFF2-40B4-BE49-F238E27FC236}">
                    <a16:creationId xmlns:a16="http://schemas.microsoft.com/office/drawing/2014/main" id="{834BA12C-301A-4F40-7DED-E63D9C0011FE}"/>
                  </a:ext>
                </a:extLst>
              </p:cNvPr>
              <p:cNvSpPr/>
              <p:nvPr userDrawn="1"/>
            </p:nvSpPr>
            <p:spPr>
              <a:xfrm>
                <a:off x="4134283" y="2775094"/>
                <a:ext cx="1307811" cy="1307812"/>
              </a:xfrm>
              <a:prstGeom prst="arc">
                <a:avLst>
                  <a:gd name="adj1" fmla="val 10792152"/>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6" name="Arc 15">
                <a:extLst>
                  <a:ext uri="{FF2B5EF4-FFF2-40B4-BE49-F238E27FC236}">
                    <a16:creationId xmlns:a16="http://schemas.microsoft.com/office/drawing/2014/main" id="{ADA2D66E-D2E4-1ACD-A358-E5625C39CC87}"/>
                  </a:ext>
                </a:extLst>
              </p:cNvPr>
              <p:cNvSpPr/>
              <p:nvPr userDrawn="1"/>
            </p:nvSpPr>
            <p:spPr>
              <a:xfrm flipV="1">
                <a:off x="5442094" y="2775094"/>
                <a:ext cx="1307811" cy="1307812"/>
              </a:xfrm>
              <a:prstGeom prst="arc">
                <a:avLst>
                  <a:gd name="adj1" fmla="val 10790197"/>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7" name="Arc 16">
                <a:extLst>
                  <a:ext uri="{FF2B5EF4-FFF2-40B4-BE49-F238E27FC236}">
                    <a16:creationId xmlns:a16="http://schemas.microsoft.com/office/drawing/2014/main" id="{A047FE98-6EB9-494C-ED7E-F41B472428A7}"/>
                  </a:ext>
                </a:extLst>
              </p:cNvPr>
              <p:cNvSpPr/>
              <p:nvPr userDrawn="1"/>
            </p:nvSpPr>
            <p:spPr>
              <a:xfrm>
                <a:off x="6749906" y="2775094"/>
                <a:ext cx="1307811" cy="1307812"/>
              </a:xfrm>
              <a:prstGeom prst="arc">
                <a:avLst>
                  <a:gd name="adj1" fmla="val 10792152"/>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grpSp>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C19E034C-1D99-06F7-97F5-2AC8D9ABDEAB}"/>
              </a:ext>
            </a:extLst>
          </p:cNvPr>
          <p:cNvSpPr>
            <a:spLocks noGrp="1"/>
          </p:cNvSpPr>
          <p:nvPr>
            <p:ph type="title"/>
          </p:nvPr>
        </p:nvSpPr>
        <p:spPr>
          <a:xfrm>
            <a:off x="587375" y="584201"/>
            <a:ext cx="11017248" cy="798639"/>
          </a:xfrm>
          <a:prstGeom prst="rect">
            <a:avLst/>
          </a:prstGeom>
        </p:spPr>
        <p:txBody>
          <a:bodyPr anchor="t">
            <a:noAutofit/>
          </a:bodyPr>
          <a:lstStyle>
            <a:lvl1pPr>
              <a:defRPr>
                <a:solidFill>
                  <a:schemeClr val="tx1"/>
                </a:solidFill>
              </a:defRPr>
            </a:lvl1pPr>
          </a:lstStyle>
          <a:p>
            <a:r>
              <a:rPr lang="en-US" dirty="0"/>
              <a:t>Click to edit Master title style</a:t>
            </a:r>
            <a:endParaRPr lang="en-ID" dirty="0"/>
          </a:p>
        </p:txBody>
      </p:sp>
      <p:sp>
        <p:nvSpPr>
          <p:cNvPr id="3" name="Text Placeholder 168">
            <a:extLst>
              <a:ext uri="{FF2B5EF4-FFF2-40B4-BE49-F238E27FC236}">
                <a16:creationId xmlns:a16="http://schemas.microsoft.com/office/drawing/2014/main" id="{A2DEF8EA-0150-4590-9F27-095E9EDA75BD}"/>
              </a:ext>
            </a:extLst>
          </p:cNvPr>
          <p:cNvSpPr>
            <a:spLocks noGrp="1" noChangeAspect="1"/>
          </p:cNvSpPr>
          <p:nvPr>
            <p:ph type="body" sz="quarter" idx="66" hasCustomPrompt="1"/>
          </p:nvPr>
        </p:nvSpPr>
        <p:spPr>
          <a:xfrm>
            <a:off x="4709926" y="3097722"/>
            <a:ext cx="144000" cy="144000"/>
          </a:xfrm>
          <a:prstGeom prst="ellipse">
            <a:avLst/>
          </a:prstGeom>
          <a:solidFill>
            <a:schemeClr val="accent5"/>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11" name="Text Placeholder 2">
            <a:extLst>
              <a:ext uri="{FF2B5EF4-FFF2-40B4-BE49-F238E27FC236}">
                <a16:creationId xmlns:a16="http://schemas.microsoft.com/office/drawing/2014/main" id="{F28F6B1D-4DCA-64CC-37E2-93E3E1C27A15}"/>
              </a:ext>
            </a:extLst>
          </p:cNvPr>
          <p:cNvSpPr>
            <a:spLocks noGrp="1"/>
          </p:cNvSpPr>
          <p:nvPr>
            <p:ph type="body" sz="quarter" idx="15"/>
          </p:nvPr>
        </p:nvSpPr>
        <p:spPr>
          <a:xfrm>
            <a:off x="587375" y="2604092"/>
            <a:ext cx="3482975" cy="812890"/>
          </a:xfrm>
        </p:spPr>
        <p:txBody>
          <a:bodyPr>
            <a:noAutofit/>
          </a:bodyPr>
          <a:lstStyle>
            <a:lvl1pPr algn="r">
              <a:lnSpc>
                <a:spcPct val="100000"/>
              </a:lnSpc>
              <a:spcBef>
                <a:spcPts val="0"/>
              </a:spcBef>
              <a:defRPr sz="16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2" name="Text Placeholder 7">
            <a:extLst>
              <a:ext uri="{FF2B5EF4-FFF2-40B4-BE49-F238E27FC236}">
                <a16:creationId xmlns:a16="http://schemas.microsoft.com/office/drawing/2014/main" id="{6021618B-4EB6-1383-0324-FDB1CA8A6ABA}"/>
              </a:ext>
            </a:extLst>
          </p:cNvPr>
          <p:cNvSpPr>
            <a:spLocks noGrp="1"/>
          </p:cNvSpPr>
          <p:nvPr>
            <p:ph type="body" sz="quarter" idx="16"/>
          </p:nvPr>
        </p:nvSpPr>
        <p:spPr>
          <a:xfrm>
            <a:off x="587375" y="1894229"/>
            <a:ext cx="3482975" cy="676285"/>
          </a:xfrm>
        </p:spPr>
        <p:txBody>
          <a:bodyPr anchor="b">
            <a:noAutofit/>
          </a:bodyPr>
          <a:lstStyle>
            <a:lvl1pPr algn="r">
              <a:lnSpc>
                <a:spcPct val="100000"/>
              </a:lnSpc>
              <a:spcBef>
                <a:spcPts val="0"/>
              </a:spcBef>
              <a:defRPr sz="1800">
                <a:solidFill>
                  <a:schemeClr val="tx1"/>
                </a:solidFill>
              </a:defRPr>
            </a:lvl1pPr>
          </a:lstStyle>
          <a:p>
            <a:pPr lvl="0"/>
            <a:r>
              <a:rPr lang="en-GB" dirty="0"/>
              <a:t>Click to edit Master text styles</a:t>
            </a:r>
          </a:p>
        </p:txBody>
      </p:sp>
      <p:sp>
        <p:nvSpPr>
          <p:cNvPr id="15" name="Text Placeholder 168">
            <a:extLst>
              <a:ext uri="{FF2B5EF4-FFF2-40B4-BE49-F238E27FC236}">
                <a16:creationId xmlns:a16="http://schemas.microsoft.com/office/drawing/2014/main" id="{3D2E7D44-6556-4F59-3B1C-3F00E68C7EA3}"/>
              </a:ext>
            </a:extLst>
          </p:cNvPr>
          <p:cNvSpPr>
            <a:spLocks noGrp="1" noChangeAspect="1"/>
          </p:cNvSpPr>
          <p:nvPr>
            <p:ph type="body" sz="quarter" idx="69" hasCustomPrompt="1"/>
          </p:nvPr>
        </p:nvSpPr>
        <p:spPr>
          <a:xfrm>
            <a:off x="6020869" y="4410226"/>
            <a:ext cx="144000" cy="144000"/>
          </a:xfrm>
          <a:prstGeom prst="ellipse">
            <a:avLst/>
          </a:prstGeom>
          <a:solidFill>
            <a:schemeClr val="accent5"/>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33" name="Text Placeholder 2">
            <a:extLst>
              <a:ext uri="{FF2B5EF4-FFF2-40B4-BE49-F238E27FC236}">
                <a16:creationId xmlns:a16="http://schemas.microsoft.com/office/drawing/2014/main" id="{5E6ECB60-A36C-4011-0499-2A4AA371C7E2}"/>
              </a:ext>
            </a:extLst>
          </p:cNvPr>
          <p:cNvSpPr>
            <a:spLocks noGrp="1"/>
          </p:cNvSpPr>
          <p:nvPr>
            <p:ph type="body" sz="quarter" idx="59"/>
          </p:nvPr>
        </p:nvSpPr>
        <p:spPr>
          <a:xfrm>
            <a:off x="4079875" y="5459677"/>
            <a:ext cx="4032250" cy="814122"/>
          </a:xfrm>
        </p:spPr>
        <p:txBody>
          <a:bodyPr>
            <a:noAutofit/>
          </a:bodyPr>
          <a:lstStyle>
            <a:lvl1pPr algn="ctr">
              <a:lnSpc>
                <a:spcPct val="100000"/>
              </a:lnSpc>
              <a:spcBef>
                <a:spcPts val="0"/>
              </a:spcBef>
              <a:defRPr sz="16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34" name="Text Placeholder 7">
            <a:extLst>
              <a:ext uri="{FF2B5EF4-FFF2-40B4-BE49-F238E27FC236}">
                <a16:creationId xmlns:a16="http://schemas.microsoft.com/office/drawing/2014/main" id="{89BA2FFC-C51E-7BB7-C8D4-A4E7F43184DC}"/>
              </a:ext>
            </a:extLst>
          </p:cNvPr>
          <p:cNvSpPr>
            <a:spLocks noGrp="1"/>
          </p:cNvSpPr>
          <p:nvPr>
            <p:ph type="body" sz="quarter" idx="60"/>
          </p:nvPr>
        </p:nvSpPr>
        <p:spPr>
          <a:xfrm>
            <a:off x="4079875" y="4749814"/>
            <a:ext cx="4032250" cy="676285"/>
          </a:xfrm>
        </p:spPr>
        <p:txBody>
          <a:bodyPr anchor="b">
            <a:noAutofit/>
          </a:bodyPr>
          <a:lstStyle>
            <a:lvl1pPr algn="ctr">
              <a:lnSpc>
                <a:spcPct val="100000"/>
              </a:lnSpc>
              <a:spcBef>
                <a:spcPts val="0"/>
              </a:spcBef>
              <a:defRPr sz="1800">
                <a:solidFill>
                  <a:schemeClr val="tx1"/>
                </a:solidFill>
              </a:defRPr>
            </a:lvl1pPr>
          </a:lstStyle>
          <a:p>
            <a:pPr lvl="0"/>
            <a:r>
              <a:rPr lang="en-GB" dirty="0"/>
              <a:t>Click to edit Master text styles</a:t>
            </a:r>
          </a:p>
        </p:txBody>
      </p:sp>
      <p:sp>
        <p:nvSpPr>
          <p:cNvPr id="8" name="Text Placeholder 168">
            <a:extLst>
              <a:ext uri="{FF2B5EF4-FFF2-40B4-BE49-F238E27FC236}">
                <a16:creationId xmlns:a16="http://schemas.microsoft.com/office/drawing/2014/main" id="{912D3336-39A4-7E1A-3485-6F93CC6111DE}"/>
              </a:ext>
            </a:extLst>
          </p:cNvPr>
          <p:cNvSpPr>
            <a:spLocks noGrp="1" noChangeAspect="1"/>
          </p:cNvSpPr>
          <p:nvPr>
            <p:ph type="body" sz="quarter" idx="68" hasCustomPrompt="1"/>
          </p:nvPr>
        </p:nvSpPr>
        <p:spPr>
          <a:xfrm>
            <a:off x="7331811" y="3097722"/>
            <a:ext cx="144000" cy="144000"/>
          </a:xfrm>
          <a:prstGeom prst="ellipse">
            <a:avLst/>
          </a:prstGeom>
          <a:solidFill>
            <a:schemeClr val="accent5"/>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37" name="Text Placeholder 2">
            <a:extLst>
              <a:ext uri="{FF2B5EF4-FFF2-40B4-BE49-F238E27FC236}">
                <a16:creationId xmlns:a16="http://schemas.microsoft.com/office/drawing/2014/main" id="{9594B69F-7452-01A9-4AE8-1E70B584D587}"/>
              </a:ext>
            </a:extLst>
          </p:cNvPr>
          <p:cNvSpPr>
            <a:spLocks noGrp="1"/>
          </p:cNvSpPr>
          <p:nvPr>
            <p:ph type="body" sz="quarter" idx="63"/>
          </p:nvPr>
        </p:nvSpPr>
        <p:spPr>
          <a:xfrm>
            <a:off x="8121649" y="2608490"/>
            <a:ext cx="3482973" cy="812890"/>
          </a:xfrm>
        </p:spPr>
        <p:txBody>
          <a:bodyPr>
            <a:noAutofit/>
          </a:bodyPr>
          <a:lstStyle>
            <a:lvl1pPr>
              <a:lnSpc>
                <a:spcPct val="100000"/>
              </a:lnSpc>
              <a:spcBef>
                <a:spcPts val="0"/>
              </a:spcBef>
              <a:defRPr sz="16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38" name="Text Placeholder 7">
            <a:extLst>
              <a:ext uri="{FF2B5EF4-FFF2-40B4-BE49-F238E27FC236}">
                <a16:creationId xmlns:a16="http://schemas.microsoft.com/office/drawing/2014/main" id="{ED1C0592-1CAF-49DB-43F0-7369AE9E2410}"/>
              </a:ext>
            </a:extLst>
          </p:cNvPr>
          <p:cNvSpPr>
            <a:spLocks noGrp="1"/>
          </p:cNvSpPr>
          <p:nvPr>
            <p:ph type="body" sz="quarter" idx="64"/>
          </p:nvPr>
        </p:nvSpPr>
        <p:spPr>
          <a:xfrm>
            <a:off x="8121649" y="1898627"/>
            <a:ext cx="3482973" cy="676285"/>
          </a:xfrm>
        </p:spPr>
        <p:txBody>
          <a:bodyPr anchor="b">
            <a:noAutofit/>
          </a:bodyPr>
          <a:lstStyle>
            <a:lvl1pPr>
              <a:lnSpc>
                <a:spcPct val="100000"/>
              </a:lnSpc>
              <a:spcBef>
                <a:spcPts val="0"/>
              </a:spcBef>
              <a:defRPr sz="1800">
                <a:solidFill>
                  <a:schemeClr val="tx1"/>
                </a:solidFill>
              </a:defRPr>
            </a:lvl1pPr>
          </a:lstStyle>
          <a:p>
            <a:pPr lvl="0"/>
            <a:r>
              <a:rPr lang="en-GB" dirty="0"/>
              <a:t>Click to edit Master text styles</a:t>
            </a:r>
          </a:p>
        </p:txBody>
      </p:sp>
      <p:sp>
        <p:nvSpPr>
          <p:cNvPr id="13" name="Text Placeholder 7">
            <a:extLst>
              <a:ext uri="{FF2B5EF4-FFF2-40B4-BE49-F238E27FC236}">
                <a16:creationId xmlns:a16="http://schemas.microsoft.com/office/drawing/2014/main" id="{3BA08B14-D12D-E3B4-766E-E52B64E79D7C}"/>
              </a:ext>
            </a:extLst>
          </p:cNvPr>
          <p:cNvSpPr>
            <a:spLocks noGrp="1"/>
          </p:cNvSpPr>
          <p:nvPr>
            <p:ph type="body" sz="quarter" idx="57" hasCustomPrompt="1"/>
          </p:nvPr>
        </p:nvSpPr>
        <p:spPr>
          <a:xfrm>
            <a:off x="4151926" y="3684721"/>
            <a:ext cx="1260000" cy="287198"/>
          </a:xfrm>
        </p:spPr>
        <p:txBody>
          <a:bodyPr anchor="ctr">
            <a:noAutofit/>
          </a:bodyPr>
          <a:lstStyle>
            <a:lvl1pPr algn="ctr">
              <a:lnSpc>
                <a:spcPct val="100000"/>
              </a:lnSpc>
              <a:spcBef>
                <a:spcPts val="0"/>
              </a:spcBef>
              <a:defRPr sz="1700">
                <a:solidFill>
                  <a:schemeClr val="tx1"/>
                </a:solidFill>
              </a:defRPr>
            </a:lvl1pPr>
          </a:lstStyle>
          <a:p>
            <a:pPr lvl="0"/>
            <a:r>
              <a:rPr lang="en-GB" dirty="0"/>
              <a:t>Milestone</a:t>
            </a:r>
          </a:p>
        </p:txBody>
      </p:sp>
      <p:sp>
        <p:nvSpPr>
          <p:cNvPr id="35" name="Text Placeholder 7">
            <a:extLst>
              <a:ext uri="{FF2B5EF4-FFF2-40B4-BE49-F238E27FC236}">
                <a16:creationId xmlns:a16="http://schemas.microsoft.com/office/drawing/2014/main" id="{89495DDD-649B-4773-CF09-8E3CE90FA853}"/>
              </a:ext>
            </a:extLst>
          </p:cNvPr>
          <p:cNvSpPr>
            <a:spLocks noGrp="1"/>
          </p:cNvSpPr>
          <p:nvPr>
            <p:ph type="body" sz="quarter" idx="61" hasCustomPrompt="1"/>
          </p:nvPr>
        </p:nvSpPr>
        <p:spPr>
          <a:xfrm>
            <a:off x="5462868" y="3684721"/>
            <a:ext cx="1260000" cy="287198"/>
          </a:xfrm>
        </p:spPr>
        <p:txBody>
          <a:bodyPr anchor="ctr">
            <a:noAutofit/>
          </a:bodyPr>
          <a:lstStyle>
            <a:lvl1pPr algn="ctr">
              <a:lnSpc>
                <a:spcPct val="100000"/>
              </a:lnSpc>
              <a:spcBef>
                <a:spcPts val="0"/>
              </a:spcBef>
              <a:defRPr sz="1700">
                <a:solidFill>
                  <a:schemeClr val="tx1"/>
                </a:solidFill>
              </a:defRPr>
            </a:lvl1pPr>
          </a:lstStyle>
          <a:p>
            <a:pPr lvl="0"/>
            <a:r>
              <a:rPr lang="en-GB" dirty="0"/>
              <a:t>Milestone</a:t>
            </a:r>
          </a:p>
        </p:txBody>
      </p:sp>
      <p:sp>
        <p:nvSpPr>
          <p:cNvPr id="39" name="Text Placeholder 7">
            <a:extLst>
              <a:ext uri="{FF2B5EF4-FFF2-40B4-BE49-F238E27FC236}">
                <a16:creationId xmlns:a16="http://schemas.microsoft.com/office/drawing/2014/main" id="{4BD58244-CB74-A266-F261-3C99E0732BC6}"/>
              </a:ext>
            </a:extLst>
          </p:cNvPr>
          <p:cNvSpPr>
            <a:spLocks noGrp="1"/>
          </p:cNvSpPr>
          <p:nvPr>
            <p:ph type="body" sz="quarter" idx="65" hasCustomPrompt="1"/>
          </p:nvPr>
        </p:nvSpPr>
        <p:spPr>
          <a:xfrm>
            <a:off x="6773811" y="3684721"/>
            <a:ext cx="1260000" cy="287198"/>
          </a:xfrm>
        </p:spPr>
        <p:txBody>
          <a:bodyPr anchor="ctr">
            <a:noAutofit/>
          </a:bodyPr>
          <a:lstStyle>
            <a:lvl1pPr algn="ctr">
              <a:lnSpc>
                <a:spcPct val="100000"/>
              </a:lnSpc>
              <a:spcBef>
                <a:spcPts val="0"/>
              </a:spcBef>
              <a:defRPr sz="1700">
                <a:solidFill>
                  <a:schemeClr val="tx1"/>
                </a:solidFill>
              </a:defRPr>
            </a:lvl1pPr>
          </a:lstStyle>
          <a:p>
            <a:pPr lvl="0"/>
            <a:r>
              <a:rPr lang="en-GB" dirty="0"/>
              <a:t>Milestone</a:t>
            </a:r>
          </a:p>
        </p:txBody>
      </p:sp>
    </p:spTree>
    <p:extLst>
      <p:ext uri="{BB962C8B-B14F-4D97-AF65-F5344CB8AC3E}">
        <p14:creationId xmlns:p14="http://schemas.microsoft.com/office/powerpoint/2010/main" val="3583906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meline I60V6">
    <p:bg>
      <p:bgPr>
        <a:solidFill>
          <a:schemeClr val="bg2">
            <a:alpha val="30000"/>
          </a:schemeClr>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28D7362-02BF-C07E-E17F-9AC7882852E1}"/>
              </a:ext>
            </a:extLst>
          </p:cNvPr>
          <p:cNvGrpSpPr/>
          <p:nvPr userDrawn="1"/>
        </p:nvGrpSpPr>
        <p:grpSpPr>
          <a:xfrm>
            <a:off x="3480378" y="3174414"/>
            <a:ext cx="5231244" cy="1307812"/>
            <a:chOff x="4134283" y="3357980"/>
            <a:chExt cx="5231244" cy="1307812"/>
          </a:xfrm>
        </p:grpSpPr>
        <p:grpSp>
          <p:nvGrpSpPr>
            <p:cNvPr id="12" name="Group 11">
              <a:extLst>
                <a:ext uri="{FF2B5EF4-FFF2-40B4-BE49-F238E27FC236}">
                  <a16:creationId xmlns:a16="http://schemas.microsoft.com/office/drawing/2014/main" id="{1FDC7F4C-5E59-6E8D-A95C-FCF70D021ECE}"/>
                </a:ext>
              </a:extLst>
            </p:cNvPr>
            <p:cNvGrpSpPr/>
            <p:nvPr userDrawn="1"/>
          </p:nvGrpSpPr>
          <p:grpSpPr>
            <a:xfrm>
              <a:off x="6749905" y="3357980"/>
              <a:ext cx="2615622" cy="1307812"/>
              <a:chOff x="4134283" y="2768888"/>
              <a:chExt cx="2615622" cy="1307812"/>
            </a:xfrm>
          </p:grpSpPr>
          <p:sp>
            <p:nvSpPr>
              <p:cNvPr id="25" name="Arc 47">
                <a:extLst>
                  <a:ext uri="{FF2B5EF4-FFF2-40B4-BE49-F238E27FC236}">
                    <a16:creationId xmlns:a16="http://schemas.microsoft.com/office/drawing/2014/main" id="{6981EA21-DF44-EE28-F042-BBEA4F005215}"/>
                  </a:ext>
                </a:extLst>
              </p:cNvPr>
              <p:cNvSpPr/>
              <p:nvPr userDrawn="1"/>
            </p:nvSpPr>
            <p:spPr>
              <a:xfrm>
                <a:off x="4134283" y="2768888"/>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9" name="Arc 48">
                <a:extLst>
                  <a:ext uri="{FF2B5EF4-FFF2-40B4-BE49-F238E27FC236}">
                    <a16:creationId xmlns:a16="http://schemas.microsoft.com/office/drawing/2014/main" id="{A8530B76-822E-793A-0601-7A1F18EFF7CE}"/>
                  </a:ext>
                </a:extLst>
              </p:cNvPr>
              <p:cNvSpPr/>
              <p:nvPr userDrawn="1"/>
            </p:nvSpPr>
            <p:spPr>
              <a:xfrm flipV="1">
                <a:off x="5442094" y="2768888"/>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grpSp>
          <p:nvGrpSpPr>
            <p:cNvPr id="13" name="Group 12">
              <a:extLst>
                <a:ext uri="{FF2B5EF4-FFF2-40B4-BE49-F238E27FC236}">
                  <a16:creationId xmlns:a16="http://schemas.microsoft.com/office/drawing/2014/main" id="{9037EA92-5C96-2DFD-35BB-83F4F4F242E3}"/>
                </a:ext>
              </a:extLst>
            </p:cNvPr>
            <p:cNvGrpSpPr/>
            <p:nvPr userDrawn="1"/>
          </p:nvGrpSpPr>
          <p:grpSpPr>
            <a:xfrm>
              <a:off x="4134283" y="3357980"/>
              <a:ext cx="2615622" cy="1307812"/>
              <a:chOff x="4134283" y="2768888"/>
              <a:chExt cx="2615622" cy="1307812"/>
            </a:xfrm>
          </p:grpSpPr>
          <p:sp>
            <p:nvSpPr>
              <p:cNvPr id="20" name="Arc 47">
                <a:extLst>
                  <a:ext uri="{FF2B5EF4-FFF2-40B4-BE49-F238E27FC236}">
                    <a16:creationId xmlns:a16="http://schemas.microsoft.com/office/drawing/2014/main" id="{1DC38CE9-78E0-89D8-7EFD-4E0EA66C994E}"/>
                  </a:ext>
                </a:extLst>
              </p:cNvPr>
              <p:cNvSpPr/>
              <p:nvPr userDrawn="1"/>
            </p:nvSpPr>
            <p:spPr>
              <a:xfrm>
                <a:off x="4134283" y="2768888"/>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1" name="Arc 48">
                <a:extLst>
                  <a:ext uri="{FF2B5EF4-FFF2-40B4-BE49-F238E27FC236}">
                    <a16:creationId xmlns:a16="http://schemas.microsoft.com/office/drawing/2014/main" id="{623955D8-4649-B4EA-A992-52AD733DC595}"/>
                  </a:ext>
                </a:extLst>
              </p:cNvPr>
              <p:cNvSpPr/>
              <p:nvPr userDrawn="1"/>
            </p:nvSpPr>
            <p:spPr>
              <a:xfrm flipV="1">
                <a:off x="5442094" y="2768888"/>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grpSp>
          <p:nvGrpSpPr>
            <p:cNvPr id="14" name="Group 13">
              <a:extLst>
                <a:ext uri="{FF2B5EF4-FFF2-40B4-BE49-F238E27FC236}">
                  <a16:creationId xmlns:a16="http://schemas.microsoft.com/office/drawing/2014/main" id="{9E41B74A-50C0-154A-0DED-071E1BF034A4}"/>
                </a:ext>
              </a:extLst>
            </p:cNvPr>
            <p:cNvGrpSpPr/>
            <p:nvPr userDrawn="1"/>
          </p:nvGrpSpPr>
          <p:grpSpPr>
            <a:xfrm>
              <a:off x="4134283" y="3357980"/>
              <a:ext cx="2615622" cy="1307812"/>
              <a:chOff x="4134283" y="2775094"/>
              <a:chExt cx="2615622" cy="1307812"/>
            </a:xfrm>
          </p:grpSpPr>
          <p:sp>
            <p:nvSpPr>
              <p:cNvPr id="18" name="Arc 17">
                <a:extLst>
                  <a:ext uri="{FF2B5EF4-FFF2-40B4-BE49-F238E27FC236}">
                    <a16:creationId xmlns:a16="http://schemas.microsoft.com/office/drawing/2014/main" id="{C389CF38-804A-5F27-43EE-E3247E270AB6}"/>
                  </a:ext>
                </a:extLst>
              </p:cNvPr>
              <p:cNvSpPr/>
              <p:nvPr userDrawn="1"/>
            </p:nvSpPr>
            <p:spPr>
              <a:xfrm>
                <a:off x="4134283" y="2775094"/>
                <a:ext cx="1307811" cy="1307812"/>
              </a:xfrm>
              <a:prstGeom prst="arc">
                <a:avLst>
                  <a:gd name="adj1" fmla="val 10792152"/>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9" name="Arc 18">
                <a:extLst>
                  <a:ext uri="{FF2B5EF4-FFF2-40B4-BE49-F238E27FC236}">
                    <a16:creationId xmlns:a16="http://schemas.microsoft.com/office/drawing/2014/main" id="{2E729425-7630-5481-4CB2-4EF62E9657F1}"/>
                  </a:ext>
                </a:extLst>
              </p:cNvPr>
              <p:cNvSpPr/>
              <p:nvPr userDrawn="1"/>
            </p:nvSpPr>
            <p:spPr>
              <a:xfrm flipV="1">
                <a:off x="5442094" y="2775094"/>
                <a:ext cx="1307811" cy="1307812"/>
              </a:xfrm>
              <a:prstGeom prst="arc">
                <a:avLst>
                  <a:gd name="adj1" fmla="val 10790197"/>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grpSp>
          <p:nvGrpSpPr>
            <p:cNvPr id="15" name="Group 14">
              <a:extLst>
                <a:ext uri="{FF2B5EF4-FFF2-40B4-BE49-F238E27FC236}">
                  <a16:creationId xmlns:a16="http://schemas.microsoft.com/office/drawing/2014/main" id="{BC5C3AA1-D0AA-85DA-FF23-1A92134AE264}"/>
                </a:ext>
              </a:extLst>
            </p:cNvPr>
            <p:cNvGrpSpPr/>
            <p:nvPr userDrawn="1"/>
          </p:nvGrpSpPr>
          <p:grpSpPr>
            <a:xfrm>
              <a:off x="6749905" y="3357980"/>
              <a:ext cx="2615622" cy="1307812"/>
              <a:chOff x="4134283" y="2775094"/>
              <a:chExt cx="2615622" cy="1307812"/>
            </a:xfrm>
          </p:grpSpPr>
          <p:sp>
            <p:nvSpPr>
              <p:cNvPr id="16" name="Arc 15">
                <a:extLst>
                  <a:ext uri="{FF2B5EF4-FFF2-40B4-BE49-F238E27FC236}">
                    <a16:creationId xmlns:a16="http://schemas.microsoft.com/office/drawing/2014/main" id="{E26A4C22-DEAB-E113-E906-E22318B0ECBD}"/>
                  </a:ext>
                </a:extLst>
              </p:cNvPr>
              <p:cNvSpPr/>
              <p:nvPr userDrawn="1"/>
            </p:nvSpPr>
            <p:spPr>
              <a:xfrm>
                <a:off x="4134283" y="2775094"/>
                <a:ext cx="1307811" cy="1307812"/>
              </a:xfrm>
              <a:prstGeom prst="arc">
                <a:avLst>
                  <a:gd name="adj1" fmla="val 10792152"/>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7" name="Arc 16">
                <a:extLst>
                  <a:ext uri="{FF2B5EF4-FFF2-40B4-BE49-F238E27FC236}">
                    <a16:creationId xmlns:a16="http://schemas.microsoft.com/office/drawing/2014/main" id="{566C6B77-E985-BE92-88F6-679404F2FE3E}"/>
                  </a:ext>
                </a:extLst>
              </p:cNvPr>
              <p:cNvSpPr/>
              <p:nvPr userDrawn="1"/>
            </p:nvSpPr>
            <p:spPr>
              <a:xfrm flipV="1">
                <a:off x="5442094" y="2775094"/>
                <a:ext cx="1307811" cy="1307812"/>
              </a:xfrm>
              <a:prstGeom prst="arc">
                <a:avLst>
                  <a:gd name="adj1" fmla="val 10790197"/>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grpSp>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0D78536D-56B8-C8AB-E6BB-E0331088471C}"/>
              </a:ext>
            </a:extLst>
          </p:cNvPr>
          <p:cNvSpPr>
            <a:spLocks noGrp="1"/>
          </p:cNvSpPr>
          <p:nvPr>
            <p:ph type="title"/>
          </p:nvPr>
        </p:nvSpPr>
        <p:spPr>
          <a:xfrm>
            <a:off x="587375" y="584201"/>
            <a:ext cx="11017248" cy="798639"/>
          </a:xfrm>
          <a:prstGeom prst="rect">
            <a:avLst/>
          </a:prstGeom>
        </p:spPr>
        <p:txBody>
          <a:bodyPr anchor="t">
            <a:noAutofit/>
          </a:bodyPr>
          <a:lstStyle>
            <a:lvl1pPr>
              <a:defRPr>
                <a:solidFill>
                  <a:schemeClr val="tx2"/>
                </a:solidFill>
              </a:defRPr>
            </a:lvl1pPr>
          </a:lstStyle>
          <a:p>
            <a:r>
              <a:rPr lang="en-US" dirty="0"/>
              <a:t>Click to edit Master title style</a:t>
            </a:r>
            <a:endParaRPr lang="en-ID" dirty="0"/>
          </a:p>
        </p:txBody>
      </p:sp>
      <p:sp>
        <p:nvSpPr>
          <p:cNvPr id="9" name="Text Placeholder 168">
            <a:extLst>
              <a:ext uri="{FF2B5EF4-FFF2-40B4-BE49-F238E27FC236}">
                <a16:creationId xmlns:a16="http://schemas.microsoft.com/office/drawing/2014/main" id="{F6A2954E-AF4E-6C79-2829-BBEF300CD94C}"/>
              </a:ext>
            </a:extLst>
          </p:cNvPr>
          <p:cNvSpPr>
            <a:spLocks noGrp="1" noChangeAspect="1"/>
          </p:cNvSpPr>
          <p:nvPr>
            <p:ph type="body" sz="quarter" idx="73" hasCustomPrompt="1"/>
          </p:nvPr>
        </p:nvSpPr>
        <p:spPr>
          <a:xfrm>
            <a:off x="4067810" y="3102414"/>
            <a:ext cx="144000" cy="144000"/>
          </a:xfrm>
          <a:prstGeom prst="ellipse">
            <a:avLst/>
          </a:prstGeom>
          <a:solidFill>
            <a:schemeClr val="accent2"/>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22" name="Text Placeholder 2">
            <a:extLst>
              <a:ext uri="{FF2B5EF4-FFF2-40B4-BE49-F238E27FC236}">
                <a16:creationId xmlns:a16="http://schemas.microsoft.com/office/drawing/2014/main" id="{56BC0482-25B0-66FD-403E-AC58B866ED85}"/>
              </a:ext>
            </a:extLst>
          </p:cNvPr>
          <p:cNvSpPr>
            <a:spLocks noGrp="1"/>
          </p:cNvSpPr>
          <p:nvPr>
            <p:ph type="body" sz="quarter" idx="15"/>
          </p:nvPr>
        </p:nvSpPr>
        <p:spPr>
          <a:xfrm>
            <a:off x="586339" y="3768012"/>
            <a:ext cx="2600323" cy="897962"/>
          </a:xfrm>
        </p:spPr>
        <p:txBody>
          <a:bodyPr>
            <a:noAutofit/>
          </a:bodyPr>
          <a:lstStyle>
            <a:lvl1pPr algn="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23" name="Text Placeholder 7">
            <a:extLst>
              <a:ext uri="{FF2B5EF4-FFF2-40B4-BE49-F238E27FC236}">
                <a16:creationId xmlns:a16="http://schemas.microsoft.com/office/drawing/2014/main" id="{9C50B986-01B8-30FE-1ADC-AB068703BDF7}"/>
              </a:ext>
            </a:extLst>
          </p:cNvPr>
          <p:cNvSpPr>
            <a:spLocks noGrp="1"/>
          </p:cNvSpPr>
          <p:nvPr>
            <p:ph type="body" sz="quarter" idx="16"/>
          </p:nvPr>
        </p:nvSpPr>
        <p:spPr>
          <a:xfrm>
            <a:off x="586339" y="3058148"/>
            <a:ext cx="2600323" cy="676285"/>
          </a:xfrm>
        </p:spPr>
        <p:txBody>
          <a:bodyPr anchor="b">
            <a:noAutofit/>
          </a:bodyPr>
          <a:lstStyle>
            <a:lvl1pPr algn="r">
              <a:lnSpc>
                <a:spcPct val="100000"/>
              </a:lnSpc>
              <a:spcBef>
                <a:spcPts val="0"/>
              </a:spcBef>
              <a:defRPr sz="1800">
                <a:solidFill>
                  <a:schemeClr val="tx2"/>
                </a:solidFill>
              </a:defRPr>
            </a:lvl1pPr>
          </a:lstStyle>
          <a:p>
            <a:pPr lvl="0"/>
            <a:r>
              <a:rPr lang="en-GB" dirty="0"/>
              <a:t>Click to edit Master text styles</a:t>
            </a:r>
          </a:p>
        </p:txBody>
      </p:sp>
      <p:sp>
        <p:nvSpPr>
          <p:cNvPr id="24" name="Text Placeholder 7">
            <a:extLst>
              <a:ext uri="{FF2B5EF4-FFF2-40B4-BE49-F238E27FC236}">
                <a16:creationId xmlns:a16="http://schemas.microsoft.com/office/drawing/2014/main" id="{B2A92B5B-5BAC-146B-32EB-F3D930339FC9}"/>
              </a:ext>
            </a:extLst>
          </p:cNvPr>
          <p:cNvSpPr>
            <a:spLocks noGrp="1"/>
          </p:cNvSpPr>
          <p:nvPr>
            <p:ph type="body" sz="quarter" idx="57" hasCustomPrompt="1"/>
          </p:nvPr>
        </p:nvSpPr>
        <p:spPr>
          <a:xfrm>
            <a:off x="3498511" y="3684721"/>
            <a:ext cx="1260000" cy="287198"/>
          </a:xfrm>
        </p:spPr>
        <p:txBody>
          <a:bodyPr anchor="ctr">
            <a:noAutofit/>
          </a:bodyPr>
          <a:lstStyle>
            <a:lvl1pPr algn="ctr">
              <a:lnSpc>
                <a:spcPct val="100000"/>
              </a:lnSpc>
              <a:spcBef>
                <a:spcPts val="0"/>
              </a:spcBef>
              <a:defRPr sz="1700">
                <a:solidFill>
                  <a:schemeClr val="accent2"/>
                </a:solidFill>
              </a:defRPr>
            </a:lvl1pPr>
          </a:lstStyle>
          <a:p>
            <a:pPr lvl="0"/>
            <a:r>
              <a:rPr lang="en-GB" dirty="0"/>
              <a:t>Milestone</a:t>
            </a:r>
          </a:p>
        </p:txBody>
      </p:sp>
      <p:sp>
        <p:nvSpPr>
          <p:cNvPr id="26" name="Text Placeholder 2">
            <a:extLst>
              <a:ext uri="{FF2B5EF4-FFF2-40B4-BE49-F238E27FC236}">
                <a16:creationId xmlns:a16="http://schemas.microsoft.com/office/drawing/2014/main" id="{7B77273D-969B-42F3-9E73-0FDF3C9E9469}"/>
              </a:ext>
            </a:extLst>
          </p:cNvPr>
          <p:cNvSpPr>
            <a:spLocks noGrp="1"/>
          </p:cNvSpPr>
          <p:nvPr>
            <p:ph type="body" sz="quarter" idx="59"/>
          </p:nvPr>
        </p:nvSpPr>
        <p:spPr>
          <a:xfrm>
            <a:off x="4089314" y="5375838"/>
            <a:ext cx="2699986" cy="897962"/>
          </a:xfrm>
        </p:spPr>
        <p:txBody>
          <a:bodyPr>
            <a:noAutofit/>
          </a:bodyPr>
          <a:lstStyle>
            <a:lvl1pPr algn="ct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27" name="Text Placeholder 7">
            <a:extLst>
              <a:ext uri="{FF2B5EF4-FFF2-40B4-BE49-F238E27FC236}">
                <a16:creationId xmlns:a16="http://schemas.microsoft.com/office/drawing/2014/main" id="{50C19D29-370D-9E64-E0C9-491C8EAC188C}"/>
              </a:ext>
            </a:extLst>
          </p:cNvPr>
          <p:cNvSpPr>
            <a:spLocks noGrp="1"/>
          </p:cNvSpPr>
          <p:nvPr>
            <p:ph type="body" sz="quarter" idx="60"/>
          </p:nvPr>
        </p:nvSpPr>
        <p:spPr>
          <a:xfrm>
            <a:off x="4089314" y="4665974"/>
            <a:ext cx="2699986" cy="676285"/>
          </a:xfrm>
        </p:spPr>
        <p:txBody>
          <a:bodyPr anchor="b">
            <a:noAutofit/>
          </a:bodyPr>
          <a:lstStyle>
            <a:lvl1pPr algn="ctr">
              <a:lnSpc>
                <a:spcPct val="100000"/>
              </a:lnSpc>
              <a:spcBef>
                <a:spcPts val="0"/>
              </a:spcBef>
              <a:defRPr sz="1800">
                <a:solidFill>
                  <a:schemeClr val="tx2"/>
                </a:solidFill>
              </a:defRPr>
            </a:lvl1pPr>
          </a:lstStyle>
          <a:p>
            <a:pPr lvl="0"/>
            <a:r>
              <a:rPr lang="en-GB" dirty="0"/>
              <a:t>Click to edit Master text styles</a:t>
            </a:r>
          </a:p>
        </p:txBody>
      </p:sp>
      <p:sp>
        <p:nvSpPr>
          <p:cNvPr id="28" name="Text Placeholder 7">
            <a:extLst>
              <a:ext uri="{FF2B5EF4-FFF2-40B4-BE49-F238E27FC236}">
                <a16:creationId xmlns:a16="http://schemas.microsoft.com/office/drawing/2014/main" id="{3DB913B1-CFA8-B975-B51F-DF5FE043D40B}"/>
              </a:ext>
            </a:extLst>
          </p:cNvPr>
          <p:cNvSpPr>
            <a:spLocks noGrp="1"/>
          </p:cNvSpPr>
          <p:nvPr>
            <p:ph type="body" sz="quarter" idx="61" hasCustomPrompt="1"/>
          </p:nvPr>
        </p:nvSpPr>
        <p:spPr>
          <a:xfrm>
            <a:off x="4810170" y="3684721"/>
            <a:ext cx="1260000" cy="287198"/>
          </a:xfrm>
        </p:spPr>
        <p:txBody>
          <a:bodyPr anchor="ctr">
            <a:noAutofit/>
          </a:bodyPr>
          <a:lstStyle>
            <a:lvl1pPr algn="ctr">
              <a:lnSpc>
                <a:spcPct val="100000"/>
              </a:lnSpc>
              <a:spcBef>
                <a:spcPts val="0"/>
              </a:spcBef>
              <a:defRPr sz="1700">
                <a:solidFill>
                  <a:schemeClr val="accent2"/>
                </a:solidFill>
              </a:defRPr>
            </a:lvl1pPr>
          </a:lstStyle>
          <a:p>
            <a:pPr lvl="0"/>
            <a:r>
              <a:rPr lang="en-GB" dirty="0"/>
              <a:t>Milestone</a:t>
            </a:r>
          </a:p>
        </p:txBody>
      </p:sp>
      <p:sp>
        <p:nvSpPr>
          <p:cNvPr id="2" name="Text Placeholder 168">
            <a:extLst>
              <a:ext uri="{FF2B5EF4-FFF2-40B4-BE49-F238E27FC236}">
                <a16:creationId xmlns:a16="http://schemas.microsoft.com/office/drawing/2014/main" id="{9222CF0E-8064-DC68-E99B-C241EA82817E}"/>
              </a:ext>
            </a:extLst>
          </p:cNvPr>
          <p:cNvSpPr>
            <a:spLocks noGrp="1" noChangeAspect="1"/>
          </p:cNvSpPr>
          <p:nvPr>
            <p:ph type="body" sz="quarter" idx="71" hasCustomPrompt="1"/>
          </p:nvPr>
        </p:nvSpPr>
        <p:spPr>
          <a:xfrm>
            <a:off x="6679748" y="3102414"/>
            <a:ext cx="144000" cy="144000"/>
          </a:xfrm>
          <a:prstGeom prst="ellipse">
            <a:avLst/>
          </a:prstGeom>
          <a:solidFill>
            <a:schemeClr val="accent2"/>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30" name="Text Placeholder 2">
            <a:extLst>
              <a:ext uri="{FF2B5EF4-FFF2-40B4-BE49-F238E27FC236}">
                <a16:creationId xmlns:a16="http://schemas.microsoft.com/office/drawing/2014/main" id="{2C8A5821-7348-6871-C0F2-452D64D850CE}"/>
              </a:ext>
            </a:extLst>
          </p:cNvPr>
          <p:cNvSpPr>
            <a:spLocks noGrp="1"/>
          </p:cNvSpPr>
          <p:nvPr>
            <p:ph type="body" sz="quarter" idx="63"/>
          </p:nvPr>
        </p:nvSpPr>
        <p:spPr>
          <a:xfrm>
            <a:off x="5412140" y="2163253"/>
            <a:ext cx="2699986" cy="897962"/>
          </a:xfrm>
        </p:spPr>
        <p:txBody>
          <a:bodyPr>
            <a:noAutofit/>
          </a:bodyPr>
          <a:lstStyle>
            <a:lvl1pPr algn="ct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31" name="Text Placeholder 7">
            <a:extLst>
              <a:ext uri="{FF2B5EF4-FFF2-40B4-BE49-F238E27FC236}">
                <a16:creationId xmlns:a16="http://schemas.microsoft.com/office/drawing/2014/main" id="{E0C5884F-82A3-5392-CC0D-D16FB2F3DFC7}"/>
              </a:ext>
            </a:extLst>
          </p:cNvPr>
          <p:cNvSpPr>
            <a:spLocks noGrp="1"/>
          </p:cNvSpPr>
          <p:nvPr>
            <p:ph type="body" sz="quarter" idx="64"/>
          </p:nvPr>
        </p:nvSpPr>
        <p:spPr>
          <a:xfrm>
            <a:off x="5412140" y="1453389"/>
            <a:ext cx="2699986" cy="676285"/>
          </a:xfrm>
        </p:spPr>
        <p:txBody>
          <a:bodyPr anchor="b">
            <a:noAutofit/>
          </a:bodyPr>
          <a:lstStyle>
            <a:lvl1pPr algn="ctr">
              <a:lnSpc>
                <a:spcPct val="100000"/>
              </a:lnSpc>
              <a:spcBef>
                <a:spcPts val="0"/>
              </a:spcBef>
              <a:defRPr sz="1800">
                <a:solidFill>
                  <a:schemeClr val="tx2"/>
                </a:solidFill>
              </a:defRPr>
            </a:lvl1pPr>
          </a:lstStyle>
          <a:p>
            <a:pPr lvl="0"/>
            <a:r>
              <a:rPr lang="en-GB" dirty="0"/>
              <a:t>Click to edit Master text styles</a:t>
            </a:r>
          </a:p>
        </p:txBody>
      </p:sp>
      <p:sp>
        <p:nvSpPr>
          <p:cNvPr id="32" name="Text Placeholder 7">
            <a:extLst>
              <a:ext uri="{FF2B5EF4-FFF2-40B4-BE49-F238E27FC236}">
                <a16:creationId xmlns:a16="http://schemas.microsoft.com/office/drawing/2014/main" id="{2A50820B-D02A-A9D1-0A8C-4E13D9E2F900}"/>
              </a:ext>
            </a:extLst>
          </p:cNvPr>
          <p:cNvSpPr>
            <a:spLocks noGrp="1"/>
          </p:cNvSpPr>
          <p:nvPr>
            <p:ph type="body" sz="quarter" idx="65" hasCustomPrompt="1"/>
          </p:nvPr>
        </p:nvSpPr>
        <p:spPr>
          <a:xfrm>
            <a:off x="6121829" y="3684721"/>
            <a:ext cx="1260000" cy="287198"/>
          </a:xfrm>
        </p:spPr>
        <p:txBody>
          <a:bodyPr anchor="ctr">
            <a:noAutofit/>
          </a:bodyPr>
          <a:lstStyle>
            <a:lvl1pPr algn="ctr">
              <a:lnSpc>
                <a:spcPct val="100000"/>
              </a:lnSpc>
              <a:spcBef>
                <a:spcPts val="0"/>
              </a:spcBef>
              <a:defRPr sz="1700">
                <a:solidFill>
                  <a:schemeClr val="accent2"/>
                </a:solidFill>
              </a:defRPr>
            </a:lvl1pPr>
          </a:lstStyle>
          <a:p>
            <a:pPr lvl="0"/>
            <a:r>
              <a:rPr lang="en-GB" dirty="0"/>
              <a:t>Milestone</a:t>
            </a:r>
          </a:p>
        </p:txBody>
      </p:sp>
      <p:sp>
        <p:nvSpPr>
          <p:cNvPr id="34" name="Text Placeholder 2">
            <a:extLst>
              <a:ext uri="{FF2B5EF4-FFF2-40B4-BE49-F238E27FC236}">
                <a16:creationId xmlns:a16="http://schemas.microsoft.com/office/drawing/2014/main" id="{F78B4532-94A3-5B27-BA23-966D08CF8B17}"/>
              </a:ext>
            </a:extLst>
          </p:cNvPr>
          <p:cNvSpPr>
            <a:spLocks noGrp="1"/>
          </p:cNvSpPr>
          <p:nvPr>
            <p:ph type="body" sz="quarter" idx="67"/>
          </p:nvPr>
        </p:nvSpPr>
        <p:spPr>
          <a:xfrm>
            <a:off x="9004299" y="3768012"/>
            <a:ext cx="2600324" cy="897962"/>
          </a:xfrm>
        </p:spPr>
        <p:txBody>
          <a:bodyPr>
            <a:noAutofit/>
          </a:bodyPr>
          <a:lstStyle>
            <a:lvl1pPr>
              <a:lnSpc>
                <a:spcPct val="100000"/>
              </a:lnSpc>
              <a:spcBef>
                <a:spcPts val="0"/>
              </a:spcBef>
              <a:defRPr sz="16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35" name="Text Placeholder 7">
            <a:extLst>
              <a:ext uri="{FF2B5EF4-FFF2-40B4-BE49-F238E27FC236}">
                <a16:creationId xmlns:a16="http://schemas.microsoft.com/office/drawing/2014/main" id="{B665FF46-0199-2613-34CB-7FF8F2088AEF}"/>
              </a:ext>
            </a:extLst>
          </p:cNvPr>
          <p:cNvSpPr>
            <a:spLocks noGrp="1"/>
          </p:cNvSpPr>
          <p:nvPr>
            <p:ph type="body" sz="quarter" idx="68"/>
          </p:nvPr>
        </p:nvSpPr>
        <p:spPr>
          <a:xfrm>
            <a:off x="9004299" y="3058148"/>
            <a:ext cx="2600324" cy="676285"/>
          </a:xfrm>
        </p:spPr>
        <p:txBody>
          <a:bodyPr anchor="b">
            <a:noAutofit/>
          </a:bodyPr>
          <a:lstStyle>
            <a:lvl1pPr>
              <a:lnSpc>
                <a:spcPct val="100000"/>
              </a:lnSpc>
              <a:spcBef>
                <a:spcPts val="0"/>
              </a:spcBef>
              <a:defRPr sz="1800">
                <a:solidFill>
                  <a:schemeClr val="tx2"/>
                </a:solidFill>
              </a:defRPr>
            </a:lvl1pPr>
          </a:lstStyle>
          <a:p>
            <a:pPr lvl="0"/>
            <a:r>
              <a:rPr lang="en-GB" dirty="0"/>
              <a:t>Click to edit Master text styles</a:t>
            </a:r>
          </a:p>
        </p:txBody>
      </p:sp>
      <p:sp>
        <p:nvSpPr>
          <p:cNvPr id="36" name="Text Placeholder 7">
            <a:extLst>
              <a:ext uri="{FF2B5EF4-FFF2-40B4-BE49-F238E27FC236}">
                <a16:creationId xmlns:a16="http://schemas.microsoft.com/office/drawing/2014/main" id="{04BA9D07-622D-3E81-D8FA-0B57E6E1183E}"/>
              </a:ext>
            </a:extLst>
          </p:cNvPr>
          <p:cNvSpPr>
            <a:spLocks noGrp="1"/>
          </p:cNvSpPr>
          <p:nvPr>
            <p:ph type="body" sz="quarter" idx="69" hasCustomPrompt="1"/>
          </p:nvPr>
        </p:nvSpPr>
        <p:spPr>
          <a:xfrm>
            <a:off x="7433489" y="3684721"/>
            <a:ext cx="1260000" cy="287198"/>
          </a:xfrm>
        </p:spPr>
        <p:txBody>
          <a:bodyPr anchor="ctr">
            <a:noAutofit/>
          </a:bodyPr>
          <a:lstStyle>
            <a:lvl1pPr algn="ctr">
              <a:lnSpc>
                <a:spcPct val="100000"/>
              </a:lnSpc>
              <a:spcBef>
                <a:spcPts val="0"/>
              </a:spcBef>
              <a:defRPr sz="1700">
                <a:solidFill>
                  <a:schemeClr val="accent2"/>
                </a:solidFill>
              </a:defRPr>
            </a:lvl1pPr>
          </a:lstStyle>
          <a:p>
            <a:pPr lvl="0"/>
            <a:r>
              <a:rPr lang="en-GB" dirty="0"/>
              <a:t>Milestone</a:t>
            </a:r>
          </a:p>
        </p:txBody>
      </p:sp>
      <p:sp>
        <p:nvSpPr>
          <p:cNvPr id="8" name="Text Placeholder 168">
            <a:extLst>
              <a:ext uri="{FF2B5EF4-FFF2-40B4-BE49-F238E27FC236}">
                <a16:creationId xmlns:a16="http://schemas.microsoft.com/office/drawing/2014/main" id="{971E2DE3-791D-7ADB-8CAE-3E625C3EB100}"/>
              </a:ext>
            </a:extLst>
          </p:cNvPr>
          <p:cNvSpPr>
            <a:spLocks noGrp="1" noChangeAspect="1"/>
          </p:cNvSpPr>
          <p:nvPr>
            <p:ph type="body" sz="quarter" idx="72" hasCustomPrompt="1"/>
          </p:nvPr>
        </p:nvSpPr>
        <p:spPr>
          <a:xfrm>
            <a:off x="5373779" y="4410226"/>
            <a:ext cx="144000" cy="144000"/>
          </a:xfrm>
          <a:prstGeom prst="ellipse">
            <a:avLst/>
          </a:prstGeom>
          <a:solidFill>
            <a:schemeClr val="accent2"/>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
        <p:nvSpPr>
          <p:cNvPr id="4" name="Text Placeholder 168">
            <a:extLst>
              <a:ext uri="{FF2B5EF4-FFF2-40B4-BE49-F238E27FC236}">
                <a16:creationId xmlns:a16="http://schemas.microsoft.com/office/drawing/2014/main" id="{04B7A768-29B3-4CA8-EB33-39C60D8329E9}"/>
              </a:ext>
            </a:extLst>
          </p:cNvPr>
          <p:cNvSpPr>
            <a:spLocks noGrp="1" noChangeAspect="1"/>
          </p:cNvSpPr>
          <p:nvPr>
            <p:ph type="body" sz="quarter" idx="70" hasCustomPrompt="1"/>
          </p:nvPr>
        </p:nvSpPr>
        <p:spPr>
          <a:xfrm>
            <a:off x="7985716" y="4414810"/>
            <a:ext cx="144000" cy="144000"/>
          </a:xfrm>
          <a:prstGeom prst="ellipse">
            <a:avLst/>
          </a:prstGeom>
          <a:solidFill>
            <a:schemeClr val="accent2"/>
          </a:solidFill>
        </p:spPr>
        <p:txBody>
          <a:bodyPr vert="horz" wrap="square" lIns="91440" tIns="45720" rIns="91440" bIns="45720" rtlCol="0" anchor="ctr">
            <a:noAutofit/>
          </a:bodyPr>
          <a:lstStyle>
            <a:lvl1pPr>
              <a:defRPr lang="en-GB" sz="1000" dirty="0">
                <a:solidFill>
                  <a:schemeClr val="accent1">
                    <a:alpha val="0"/>
                  </a:schemeClr>
                </a:solidFill>
              </a:defRPr>
            </a:lvl1pPr>
          </a:lstStyle>
          <a:p>
            <a:pPr lvl="0">
              <a:lnSpc>
                <a:spcPct val="100000"/>
              </a:lnSpc>
              <a:spcBef>
                <a:spcPts val="0"/>
              </a:spcBef>
            </a:pPr>
            <a:r>
              <a:rPr lang="en-GB" dirty="0"/>
              <a:t>.</a:t>
            </a:r>
          </a:p>
        </p:txBody>
      </p:sp>
    </p:spTree>
    <p:extLst>
      <p:ext uri="{BB962C8B-B14F-4D97-AF65-F5344CB8AC3E}">
        <p14:creationId xmlns:p14="http://schemas.microsoft.com/office/powerpoint/2010/main" val="29640306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meline I60V7">
    <p:bg>
      <p:bgPr>
        <a:solidFill>
          <a:schemeClr val="bg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1D7F2A61-7BDE-3D16-9950-06A9D3D9C468}"/>
              </a:ext>
            </a:extLst>
          </p:cNvPr>
          <p:cNvGrpSpPr/>
          <p:nvPr userDrawn="1"/>
        </p:nvGrpSpPr>
        <p:grpSpPr>
          <a:xfrm>
            <a:off x="2826473" y="3174414"/>
            <a:ext cx="6539055" cy="1307812"/>
            <a:chOff x="3480378" y="3357980"/>
            <a:chExt cx="6539055" cy="1307812"/>
          </a:xfrm>
        </p:grpSpPr>
        <p:sp>
          <p:nvSpPr>
            <p:cNvPr id="14" name="Arc 47">
              <a:extLst>
                <a:ext uri="{FF2B5EF4-FFF2-40B4-BE49-F238E27FC236}">
                  <a16:creationId xmlns:a16="http://schemas.microsoft.com/office/drawing/2014/main" id="{5279033E-FBF6-4913-21CB-0438500C8224}"/>
                </a:ext>
              </a:extLst>
            </p:cNvPr>
            <p:cNvSpPr/>
            <p:nvPr userDrawn="1"/>
          </p:nvSpPr>
          <p:spPr>
            <a:xfrm>
              <a:off x="8711622"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7" name="Arc 47">
              <a:extLst>
                <a:ext uri="{FF2B5EF4-FFF2-40B4-BE49-F238E27FC236}">
                  <a16:creationId xmlns:a16="http://schemas.microsoft.com/office/drawing/2014/main" id="{2119E5D8-FA04-350E-7C6D-303BCB363203}"/>
                </a:ext>
              </a:extLst>
            </p:cNvPr>
            <p:cNvSpPr/>
            <p:nvPr userDrawn="1"/>
          </p:nvSpPr>
          <p:spPr>
            <a:xfrm>
              <a:off x="6096000"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1" name="Arc 48">
              <a:extLst>
                <a:ext uri="{FF2B5EF4-FFF2-40B4-BE49-F238E27FC236}">
                  <a16:creationId xmlns:a16="http://schemas.microsoft.com/office/drawing/2014/main" id="{049633F0-F250-CC27-33FE-31E2D1C634D2}"/>
                </a:ext>
              </a:extLst>
            </p:cNvPr>
            <p:cNvSpPr/>
            <p:nvPr userDrawn="1"/>
          </p:nvSpPr>
          <p:spPr>
            <a:xfrm flipV="1">
              <a:off x="7403811"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5" name="Arc 47">
              <a:extLst>
                <a:ext uri="{FF2B5EF4-FFF2-40B4-BE49-F238E27FC236}">
                  <a16:creationId xmlns:a16="http://schemas.microsoft.com/office/drawing/2014/main" id="{2DDC6E8A-8B3A-37C1-2ABE-DA9340F1F98C}"/>
                </a:ext>
              </a:extLst>
            </p:cNvPr>
            <p:cNvSpPr/>
            <p:nvPr userDrawn="1"/>
          </p:nvSpPr>
          <p:spPr>
            <a:xfrm>
              <a:off x="3480378"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9" name="Arc 48">
              <a:extLst>
                <a:ext uri="{FF2B5EF4-FFF2-40B4-BE49-F238E27FC236}">
                  <a16:creationId xmlns:a16="http://schemas.microsoft.com/office/drawing/2014/main" id="{2992A0CF-D4EF-7D82-C934-FC7339F4557E}"/>
                </a:ext>
              </a:extLst>
            </p:cNvPr>
            <p:cNvSpPr/>
            <p:nvPr userDrawn="1"/>
          </p:nvSpPr>
          <p:spPr>
            <a:xfrm flipV="1">
              <a:off x="4788189"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3" name="Arc 32">
              <a:extLst>
                <a:ext uri="{FF2B5EF4-FFF2-40B4-BE49-F238E27FC236}">
                  <a16:creationId xmlns:a16="http://schemas.microsoft.com/office/drawing/2014/main" id="{8A13241C-91C5-D635-041E-5A7BBC6E9369}"/>
                </a:ext>
              </a:extLst>
            </p:cNvPr>
            <p:cNvSpPr/>
            <p:nvPr userDrawn="1"/>
          </p:nvSpPr>
          <p:spPr>
            <a:xfrm>
              <a:off x="3480378" y="3357980"/>
              <a:ext cx="1307811" cy="1307812"/>
            </a:xfrm>
            <a:prstGeom prst="arc">
              <a:avLst>
                <a:gd name="adj1" fmla="val 10792152"/>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4" name="Arc 33">
              <a:extLst>
                <a:ext uri="{FF2B5EF4-FFF2-40B4-BE49-F238E27FC236}">
                  <a16:creationId xmlns:a16="http://schemas.microsoft.com/office/drawing/2014/main" id="{9C7AAC71-7645-122F-069F-AD021AD93828}"/>
                </a:ext>
              </a:extLst>
            </p:cNvPr>
            <p:cNvSpPr/>
            <p:nvPr userDrawn="1"/>
          </p:nvSpPr>
          <p:spPr>
            <a:xfrm flipV="1">
              <a:off x="4788189" y="3357980"/>
              <a:ext cx="1307811" cy="1307812"/>
            </a:xfrm>
            <a:prstGeom prst="arc">
              <a:avLst>
                <a:gd name="adj1" fmla="val 10790197"/>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5" name="Arc 34">
              <a:extLst>
                <a:ext uri="{FF2B5EF4-FFF2-40B4-BE49-F238E27FC236}">
                  <a16:creationId xmlns:a16="http://schemas.microsoft.com/office/drawing/2014/main" id="{E14F4A34-EF57-5A5E-FADB-8C667FAE824E}"/>
                </a:ext>
              </a:extLst>
            </p:cNvPr>
            <p:cNvSpPr/>
            <p:nvPr userDrawn="1"/>
          </p:nvSpPr>
          <p:spPr>
            <a:xfrm>
              <a:off x="6096000" y="3357980"/>
              <a:ext cx="1307811" cy="1307812"/>
            </a:xfrm>
            <a:prstGeom prst="arc">
              <a:avLst>
                <a:gd name="adj1" fmla="val 10792152"/>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6" name="Arc 35">
              <a:extLst>
                <a:ext uri="{FF2B5EF4-FFF2-40B4-BE49-F238E27FC236}">
                  <a16:creationId xmlns:a16="http://schemas.microsoft.com/office/drawing/2014/main" id="{6B9EB870-B90D-FD29-5A44-A8CB244B49D2}"/>
                </a:ext>
              </a:extLst>
            </p:cNvPr>
            <p:cNvSpPr/>
            <p:nvPr userDrawn="1"/>
          </p:nvSpPr>
          <p:spPr>
            <a:xfrm flipV="1">
              <a:off x="7403811" y="3357980"/>
              <a:ext cx="1307811" cy="1307812"/>
            </a:xfrm>
            <a:prstGeom prst="arc">
              <a:avLst>
                <a:gd name="adj1" fmla="val 10790197"/>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7" name="Arc 36">
              <a:extLst>
                <a:ext uri="{FF2B5EF4-FFF2-40B4-BE49-F238E27FC236}">
                  <a16:creationId xmlns:a16="http://schemas.microsoft.com/office/drawing/2014/main" id="{65BAF49C-E33D-C889-4A47-B67A2459AD74}"/>
                </a:ext>
              </a:extLst>
            </p:cNvPr>
            <p:cNvSpPr/>
            <p:nvPr userDrawn="1"/>
          </p:nvSpPr>
          <p:spPr>
            <a:xfrm>
              <a:off x="8711622" y="3357980"/>
              <a:ext cx="1307811" cy="1307812"/>
            </a:xfrm>
            <a:prstGeom prst="arc">
              <a:avLst>
                <a:gd name="adj1" fmla="val 10792152"/>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C19E034C-1D99-06F7-97F5-2AC8D9ABDEAB}"/>
              </a:ext>
            </a:extLst>
          </p:cNvPr>
          <p:cNvSpPr>
            <a:spLocks noGrp="1"/>
          </p:cNvSpPr>
          <p:nvPr>
            <p:ph type="title"/>
          </p:nvPr>
        </p:nvSpPr>
        <p:spPr>
          <a:xfrm>
            <a:off x="587375" y="584201"/>
            <a:ext cx="11017248" cy="798639"/>
          </a:xfrm>
          <a:prstGeom prst="rect">
            <a:avLst/>
          </a:prstGeom>
        </p:spPr>
        <p:txBody>
          <a:bodyPr anchor="t">
            <a:noAutofit/>
          </a:bodyPr>
          <a:lstStyle>
            <a:lvl1pPr>
              <a:defRPr>
                <a:solidFill>
                  <a:schemeClr val="tx1"/>
                </a:solidFill>
              </a:defRPr>
            </a:lvl1pPr>
          </a:lstStyle>
          <a:p>
            <a:r>
              <a:rPr lang="en-US" dirty="0"/>
              <a:t>Click to edit Master title style</a:t>
            </a:r>
            <a:endParaRPr lang="en-ID" dirty="0"/>
          </a:p>
        </p:txBody>
      </p:sp>
      <p:sp>
        <p:nvSpPr>
          <p:cNvPr id="13" name="Text Placeholder 168">
            <a:extLst>
              <a:ext uri="{FF2B5EF4-FFF2-40B4-BE49-F238E27FC236}">
                <a16:creationId xmlns:a16="http://schemas.microsoft.com/office/drawing/2014/main" id="{53AFA603-B01C-1470-9C66-56252D67177B}"/>
              </a:ext>
            </a:extLst>
          </p:cNvPr>
          <p:cNvSpPr>
            <a:spLocks noGrp="1" noChangeAspect="1"/>
          </p:cNvSpPr>
          <p:nvPr>
            <p:ph type="body" sz="quarter" idx="78" hasCustomPrompt="1"/>
          </p:nvPr>
        </p:nvSpPr>
        <p:spPr>
          <a:xfrm>
            <a:off x="3407935" y="3103184"/>
            <a:ext cx="144000" cy="144000"/>
          </a:xfrm>
          <a:prstGeom prst="ellipse">
            <a:avLst/>
          </a:prstGeom>
          <a:solidFill>
            <a:schemeClr val="accent5"/>
          </a:solidFill>
        </p:spPr>
        <p:txBody>
          <a:bodyPr vert="horz" wrap="square" lIns="91440" tIns="45720" rIns="91440" bIns="45720" rtlCol="0" anchor="ctr">
            <a:noAutofit/>
          </a:bodyPr>
          <a:lstStyle>
            <a:lvl1pPr algn="ctr">
              <a:defRPr lang="en-GB" sz="1000" dirty="0">
                <a:solidFill>
                  <a:schemeClr val="accent1">
                    <a:alpha val="0"/>
                  </a:schemeClr>
                </a:solidFill>
              </a:defRPr>
            </a:lvl1pPr>
          </a:lstStyle>
          <a:p>
            <a:pPr lvl="0">
              <a:lnSpc>
                <a:spcPct val="100000"/>
              </a:lnSpc>
              <a:spcBef>
                <a:spcPts val="0"/>
              </a:spcBef>
            </a:pPr>
            <a:r>
              <a:rPr lang="en-GB" dirty="0"/>
              <a:t>.</a:t>
            </a:r>
          </a:p>
        </p:txBody>
      </p:sp>
      <p:sp>
        <p:nvSpPr>
          <p:cNvPr id="8" name="Text Placeholder 2">
            <a:extLst>
              <a:ext uri="{FF2B5EF4-FFF2-40B4-BE49-F238E27FC236}">
                <a16:creationId xmlns:a16="http://schemas.microsoft.com/office/drawing/2014/main" id="{8673DB38-7469-887F-D2D2-F1C143962CB8}"/>
              </a:ext>
            </a:extLst>
          </p:cNvPr>
          <p:cNvSpPr>
            <a:spLocks noGrp="1"/>
          </p:cNvSpPr>
          <p:nvPr>
            <p:ph type="body" sz="quarter" idx="15"/>
          </p:nvPr>
        </p:nvSpPr>
        <p:spPr>
          <a:xfrm>
            <a:off x="2495351" y="2095843"/>
            <a:ext cx="1969168" cy="839005"/>
          </a:xfrm>
        </p:spPr>
        <p:txBody>
          <a:bodyPr>
            <a:noAutofit/>
          </a:bodyPr>
          <a:lstStyle>
            <a:lvl1pPr algn="ctr">
              <a:lnSpc>
                <a:spcPct val="100000"/>
              </a:lnSpc>
              <a:spcBef>
                <a:spcPts val="0"/>
              </a:spcBef>
              <a:defRPr sz="12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5" name="Text Placeholder 7">
            <a:extLst>
              <a:ext uri="{FF2B5EF4-FFF2-40B4-BE49-F238E27FC236}">
                <a16:creationId xmlns:a16="http://schemas.microsoft.com/office/drawing/2014/main" id="{15F8D5B9-E1AB-A39A-E163-E12D5DAD0038}"/>
              </a:ext>
            </a:extLst>
          </p:cNvPr>
          <p:cNvSpPr>
            <a:spLocks noGrp="1"/>
          </p:cNvSpPr>
          <p:nvPr>
            <p:ph type="body" sz="quarter" idx="16"/>
          </p:nvPr>
        </p:nvSpPr>
        <p:spPr>
          <a:xfrm>
            <a:off x="2495351" y="1513536"/>
            <a:ext cx="1969168" cy="548729"/>
          </a:xfrm>
        </p:spPr>
        <p:txBody>
          <a:bodyPr anchor="b">
            <a:noAutofit/>
          </a:bodyPr>
          <a:lstStyle>
            <a:lvl1pPr algn="ctr">
              <a:lnSpc>
                <a:spcPct val="100000"/>
              </a:lnSpc>
              <a:spcBef>
                <a:spcPts val="0"/>
              </a:spcBef>
              <a:defRPr sz="1400">
                <a:solidFill>
                  <a:schemeClr val="tx1"/>
                </a:solidFill>
              </a:defRPr>
            </a:lvl1pPr>
          </a:lstStyle>
          <a:p>
            <a:pPr lvl="0"/>
            <a:r>
              <a:rPr lang="en-GB" dirty="0"/>
              <a:t>Click to edit Master text styles</a:t>
            </a:r>
          </a:p>
        </p:txBody>
      </p:sp>
      <p:sp>
        <p:nvSpPr>
          <p:cNvPr id="16" name="Text Placeholder 7">
            <a:extLst>
              <a:ext uri="{FF2B5EF4-FFF2-40B4-BE49-F238E27FC236}">
                <a16:creationId xmlns:a16="http://schemas.microsoft.com/office/drawing/2014/main" id="{479D3E1B-2023-99F8-0D4D-3ADEBB7721CB}"/>
              </a:ext>
            </a:extLst>
          </p:cNvPr>
          <p:cNvSpPr>
            <a:spLocks noGrp="1"/>
          </p:cNvSpPr>
          <p:nvPr>
            <p:ph type="body" sz="quarter" idx="57" hasCustomPrompt="1"/>
          </p:nvPr>
        </p:nvSpPr>
        <p:spPr>
          <a:xfrm>
            <a:off x="2849935" y="3684721"/>
            <a:ext cx="1260000" cy="287198"/>
          </a:xfrm>
        </p:spPr>
        <p:txBody>
          <a:bodyPr anchor="ctr">
            <a:noAutofit/>
          </a:bodyPr>
          <a:lstStyle>
            <a:lvl1pPr algn="ctr">
              <a:lnSpc>
                <a:spcPct val="100000"/>
              </a:lnSpc>
              <a:spcBef>
                <a:spcPts val="0"/>
              </a:spcBef>
              <a:defRPr sz="1300">
                <a:solidFill>
                  <a:schemeClr val="tx1"/>
                </a:solidFill>
              </a:defRPr>
            </a:lvl1pPr>
          </a:lstStyle>
          <a:p>
            <a:pPr lvl="0"/>
            <a:r>
              <a:rPr lang="en-GB" dirty="0"/>
              <a:t>Milestone</a:t>
            </a:r>
          </a:p>
        </p:txBody>
      </p:sp>
      <p:sp>
        <p:nvSpPr>
          <p:cNvPr id="9" name="Text Placeholder 168">
            <a:extLst>
              <a:ext uri="{FF2B5EF4-FFF2-40B4-BE49-F238E27FC236}">
                <a16:creationId xmlns:a16="http://schemas.microsoft.com/office/drawing/2014/main" id="{6219942D-B77F-9598-5103-C482F53B9C2B}"/>
              </a:ext>
            </a:extLst>
          </p:cNvPr>
          <p:cNvSpPr>
            <a:spLocks noGrp="1" noChangeAspect="1"/>
          </p:cNvSpPr>
          <p:nvPr>
            <p:ph type="body" sz="quarter" idx="74" hasCustomPrompt="1"/>
          </p:nvPr>
        </p:nvSpPr>
        <p:spPr>
          <a:xfrm>
            <a:off x="4715968" y="4410226"/>
            <a:ext cx="144000" cy="144000"/>
          </a:xfrm>
          <a:prstGeom prst="ellipse">
            <a:avLst/>
          </a:prstGeom>
          <a:solidFill>
            <a:schemeClr val="accent5"/>
          </a:solidFill>
        </p:spPr>
        <p:txBody>
          <a:bodyPr vert="horz" wrap="square" lIns="91440" tIns="45720" rIns="91440" bIns="45720" rtlCol="0" anchor="ctr">
            <a:noAutofit/>
          </a:bodyPr>
          <a:lstStyle>
            <a:lvl1pPr algn="ctr">
              <a:defRPr lang="en-GB" sz="1000" dirty="0">
                <a:solidFill>
                  <a:schemeClr val="accent1">
                    <a:alpha val="0"/>
                  </a:schemeClr>
                </a:solidFill>
              </a:defRPr>
            </a:lvl1pPr>
          </a:lstStyle>
          <a:p>
            <a:pPr lvl="0">
              <a:lnSpc>
                <a:spcPct val="100000"/>
              </a:lnSpc>
              <a:spcBef>
                <a:spcPts val="0"/>
              </a:spcBef>
            </a:pPr>
            <a:r>
              <a:rPr lang="en-GB" dirty="0"/>
              <a:t>.</a:t>
            </a:r>
          </a:p>
        </p:txBody>
      </p:sp>
      <p:sp>
        <p:nvSpPr>
          <p:cNvPr id="18" name="Text Placeholder 2">
            <a:extLst>
              <a:ext uri="{FF2B5EF4-FFF2-40B4-BE49-F238E27FC236}">
                <a16:creationId xmlns:a16="http://schemas.microsoft.com/office/drawing/2014/main" id="{A5681964-28FF-6DEA-54FD-3921FDEF91A0}"/>
              </a:ext>
            </a:extLst>
          </p:cNvPr>
          <p:cNvSpPr>
            <a:spLocks noGrp="1"/>
          </p:cNvSpPr>
          <p:nvPr>
            <p:ph type="body" sz="quarter" idx="59"/>
          </p:nvPr>
        </p:nvSpPr>
        <p:spPr>
          <a:xfrm>
            <a:off x="3803384" y="5434791"/>
            <a:ext cx="1969168" cy="839005"/>
          </a:xfrm>
        </p:spPr>
        <p:txBody>
          <a:bodyPr>
            <a:noAutofit/>
          </a:bodyPr>
          <a:lstStyle>
            <a:lvl1pPr algn="ctr">
              <a:lnSpc>
                <a:spcPct val="100000"/>
              </a:lnSpc>
              <a:spcBef>
                <a:spcPts val="0"/>
              </a:spcBef>
              <a:defRPr sz="12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9" name="Text Placeholder 7">
            <a:extLst>
              <a:ext uri="{FF2B5EF4-FFF2-40B4-BE49-F238E27FC236}">
                <a16:creationId xmlns:a16="http://schemas.microsoft.com/office/drawing/2014/main" id="{F1B643BD-4C89-F6E0-19C2-4B04A2E296C8}"/>
              </a:ext>
            </a:extLst>
          </p:cNvPr>
          <p:cNvSpPr>
            <a:spLocks noGrp="1"/>
          </p:cNvSpPr>
          <p:nvPr>
            <p:ph type="body" sz="quarter" idx="60"/>
          </p:nvPr>
        </p:nvSpPr>
        <p:spPr>
          <a:xfrm>
            <a:off x="3803384" y="4852484"/>
            <a:ext cx="1969168" cy="548729"/>
          </a:xfrm>
        </p:spPr>
        <p:txBody>
          <a:bodyPr anchor="b">
            <a:noAutofit/>
          </a:bodyPr>
          <a:lstStyle>
            <a:lvl1pPr algn="ctr">
              <a:lnSpc>
                <a:spcPct val="100000"/>
              </a:lnSpc>
              <a:spcBef>
                <a:spcPts val="0"/>
              </a:spcBef>
              <a:defRPr sz="1400">
                <a:solidFill>
                  <a:schemeClr val="tx1"/>
                </a:solidFill>
              </a:defRPr>
            </a:lvl1pPr>
          </a:lstStyle>
          <a:p>
            <a:pPr lvl="0"/>
            <a:r>
              <a:rPr lang="en-GB" dirty="0"/>
              <a:t>Click to edit Master text styles</a:t>
            </a:r>
          </a:p>
        </p:txBody>
      </p:sp>
      <p:sp>
        <p:nvSpPr>
          <p:cNvPr id="20" name="Text Placeholder 7">
            <a:extLst>
              <a:ext uri="{FF2B5EF4-FFF2-40B4-BE49-F238E27FC236}">
                <a16:creationId xmlns:a16="http://schemas.microsoft.com/office/drawing/2014/main" id="{BAB3DBB8-993E-27F0-576D-1309B3C202D6}"/>
              </a:ext>
            </a:extLst>
          </p:cNvPr>
          <p:cNvSpPr>
            <a:spLocks noGrp="1"/>
          </p:cNvSpPr>
          <p:nvPr>
            <p:ph type="body" sz="quarter" idx="61" hasCustomPrompt="1"/>
          </p:nvPr>
        </p:nvSpPr>
        <p:spPr>
          <a:xfrm>
            <a:off x="4157968" y="3684721"/>
            <a:ext cx="1260000" cy="287198"/>
          </a:xfrm>
        </p:spPr>
        <p:txBody>
          <a:bodyPr anchor="ctr">
            <a:noAutofit/>
          </a:bodyPr>
          <a:lstStyle>
            <a:lvl1pPr algn="ctr">
              <a:lnSpc>
                <a:spcPct val="100000"/>
              </a:lnSpc>
              <a:spcBef>
                <a:spcPts val="0"/>
              </a:spcBef>
              <a:defRPr sz="1300">
                <a:solidFill>
                  <a:schemeClr val="tx1"/>
                </a:solidFill>
              </a:defRPr>
            </a:lvl1pPr>
          </a:lstStyle>
          <a:p>
            <a:pPr lvl="0"/>
            <a:r>
              <a:rPr lang="en-GB" dirty="0"/>
              <a:t>Milestone</a:t>
            </a:r>
          </a:p>
        </p:txBody>
      </p:sp>
      <p:sp>
        <p:nvSpPr>
          <p:cNvPr id="10" name="Text Placeholder 168">
            <a:extLst>
              <a:ext uri="{FF2B5EF4-FFF2-40B4-BE49-F238E27FC236}">
                <a16:creationId xmlns:a16="http://schemas.microsoft.com/office/drawing/2014/main" id="{3272C012-FE35-3352-0B41-526083DDFF00}"/>
              </a:ext>
            </a:extLst>
          </p:cNvPr>
          <p:cNvSpPr>
            <a:spLocks noGrp="1" noChangeAspect="1"/>
          </p:cNvSpPr>
          <p:nvPr>
            <p:ph type="body" sz="quarter" idx="75" hasCustomPrompt="1"/>
          </p:nvPr>
        </p:nvSpPr>
        <p:spPr>
          <a:xfrm>
            <a:off x="6024001" y="3103184"/>
            <a:ext cx="144000" cy="144000"/>
          </a:xfrm>
          <a:prstGeom prst="ellipse">
            <a:avLst/>
          </a:prstGeom>
          <a:solidFill>
            <a:schemeClr val="accent5"/>
          </a:solidFill>
        </p:spPr>
        <p:txBody>
          <a:bodyPr vert="horz" wrap="square" lIns="91440" tIns="45720" rIns="91440" bIns="45720" rtlCol="0" anchor="ctr">
            <a:noAutofit/>
          </a:bodyPr>
          <a:lstStyle>
            <a:lvl1pPr algn="ctr">
              <a:defRPr lang="en-GB" sz="1000" dirty="0">
                <a:solidFill>
                  <a:schemeClr val="accent1">
                    <a:alpha val="0"/>
                  </a:schemeClr>
                </a:solidFill>
              </a:defRPr>
            </a:lvl1pPr>
          </a:lstStyle>
          <a:p>
            <a:pPr lvl="0">
              <a:lnSpc>
                <a:spcPct val="100000"/>
              </a:lnSpc>
              <a:spcBef>
                <a:spcPts val="0"/>
              </a:spcBef>
            </a:pPr>
            <a:r>
              <a:rPr lang="en-GB" dirty="0"/>
              <a:t>.</a:t>
            </a:r>
          </a:p>
        </p:txBody>
      </p:sp>
      <p:sp>
        <p:nvSpPr>
          <p:cNvPr id="22" name="Text Placeholder 2">
            <a:extLst>
              <a:ext uri="{FF2B5EF4-FFF2-40B4-BE49-F238E27FC236}">
                <a16:creationId xmlns:a16="http://schemas.microsoft.com/office/drawing/2014/main" id="{E3561EA9-848A-B161-44DD-8B5B99124E62}"/>
              </a:ext>
            </a:extLst>
          </p:cNvPr>
          <p:cNvSpPr>
            <a:spLocks noGrp="1"/>
          </p:cNvSpPr>
          <p:nvPr>
            <p:ph type="body" sz="quarter" idx="63"/>
          </p:nvPr>
        </p:nvSpPr>
        <p:spPr>
          <a:xfrm>
            <a:off x="5111417" y="2093036"/>
            <a:ext cx="1969168" cy="839005"/>
          </a:xfrm>
        </p:spPr>
        <p:txBody>
          <a:bodyPr>
            <a:noAutofit/>
          </a:bodyPr>
          <a:lstStyle>
            <a:lvl1pPr algn="ctr">
              <a:lnSpc>
                <a:spcPct val="100000"/>
              </a:lnSpc>
              <a:spcBef>
                <a:spcPts val="0"/>
              </a:spcBef>
              <a:defRPr sz="12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23" name="Text Placeholder 7">
            <a:extLst>
              <a:ext uri="{FF2B5EF4-FFF2-40B4-BE49-F238E27FC236}">
                <a16:creationId xmlns:a16="http://schemas.microsoft.com/office/drawing/2014/main" id="{A5FFA011-BFCC-A99F-8818-8AF6ED92EC6B}"/>
              </a:ext>
            </a:extLst>
          </p:cNvPr>
          <p:cNvSpPr>
            <a:spLocks noGrp="1"/>
          </p:cNvSpPr>
          <p:nvPr>
            <p:ph type="body" sz="quarter" idx="64"/>
          </p:nvPr>
        </p:nvSpPr>
        <p:spPr>
          <a:xfrm>
            <a:off x="5111417" y="1510729"/>
            <a:ext cx="1969168" cy="548729"/>
          </a:xfrm>
        </p:spPr>
        <p:txBody>
          <a:bodyPr anchor="b">
            <a:noAutofit/>
          </a:bodyPr>
          <a:lstStyle>
            <a:lvl1pPr algn="ctr">
              <a:lnSpc>
                <a:spcPct val="100000"/>
              </a:lnSpc>
              <a:spcBef>
                <a:spcPts val="0"/>
              </a:spcBef>
              <a:defRPr sz="1400">
                <a:solidFill>
                  <a:schemeClr val="tx1"/>
                </a:solidFill>
              </a:defRPr>
            </a:lvl1pPr>
          </a:lstStyle>
          <a:p>
            <a:pPr lvl="0"/>
            <a:r>
              <a:rPr lang="en-GB" dirty="0"/>
              <a:t>Click to edit Master text styles</a:t>
            </a:r>
          </a:p>
        </p:txBody>
      </p:sp>
      <p:sp>
        <p:nvSpPr>
          <p:cNvPr id="24" name="Text Placeholder 7">
            <a:extLst>
              <a:ext uri="{FF2B5EF4-FFF2-40B4-BE49-F238E27FC236}">
                <a16:creationId xmlns:a16="http://schemas.microsoft.com/office/drawing/2014/main" id="{73CD084A-A6D3-1D96-4C16-8D0433D19C85}"/>
              </a:ext>
            </a:extLst>
          </p:cNvPr>
          <p:cNvSpPr>
            <a:spLocks noGrp="1"/>
          </p:cNvSpPr>
          <p:nvPr>
            <p:ph type="body" sz="quarter" idx="65" hasCustomPrompt="1"/>
          </p:nvPr>
        </p:nvSpPr>
        <p:spPr>
          <a:xfrm>
            <a:off x="5466001" y="3684721"/>
            <a:ext cx="1260000" cy="287198"/>
          </a:xfrm>
        </p:spPr>
        <p:txBody>
          <a:bodyPr anchor="ctr">
            <a:noAutofit/>
          </a:bodyPr>
          <a:lstStyle>
            <a:lvl1pPr algn="ctr">
              <a:lnSpc>
                <a:spcPct val="100000"/>
              </a:lnSpc>
              <a:spcBef>
                <a:spcPts val="0"/>
              </a:spcBef>
              <a:defRPr sz="1300">
                <a:solidFill>
                  <a:schemeClr val="tx1"/>
                </a:solidFill>
              </a:defRPr>
            </a:lvl1pPr>
          </a:lstStyle>
          <a:p>
            <a:pPr lvl="0"/>
            <a:r>
              <a:rPr lang="en-GB" dirty="0"/>
              <a:t>Milestone</a:t>
            </a:r>
          </a:p>
        </p:txBody>
      </p:sp>
      <p:sp>
        <p:nvSpPr>
          <p:cNvPr id="12" name="Text Placeholder 168">
            <a:extLst>
              <a:ext uri="{FF2B5EF4-FFF2-40B4-BE49-F238E27FC236}">
                <a16:creationId xmlns:a16="http://schemas.microsoft.com/office/drawing/2014/main" id="{B4AC211C-918C-94A1-8AD9-FAD5867B2EB2}"/>
              </a:ext>
            </a:extLst>
          </p:cNvPr>
          <p:cNvSpPr>
            <a:spLocks noGrp="1" noChangeAspect="1"/>
          </p:cNvSpPr>
          <p:nvPr>
            <p:ph type="body" sz="quarter" idx="77" hasCustomPrompt="1"/>
          </p:nvPr>
        </p:nvSpPr>
        <p:spPr>
          <a:xfrm>
            <a:off x="7332034" y="4410226"/>
            <a:ext cx="144000" cy="144000"/>
          </a:xfrm>
          <a:prstGeom prst="ellipse">
            <a:avLst/>
          </a:prstGeom>
          <a:solidFill>
            <a:schemeClr val="accent5"/>
          </a:solidFill>
        </p:spPr>
        <p:txBody>
          <a:bodyPr vert="horz" wrap="square" lIns="91440" tIns="45720" rIns="91440" bIns="45720" rtlCol="0" anchor="ctr">
            <a:noAutofit/>
          </a:bodyPr>
          <a:lstStyle>
            <a:lvl1pPr algn="ctr">
              <a:defRPr lang="en-GB" sz="1000" dirty="0">
                <a:solidFill>
                  <a:schemeClr val="accent1">
                    <a:alpha val="0"/>
                  </a:schemeClr>
                </a:solidFill>
              </a:defRPr>
            </a:lvl1pPr>
          </a:lstStyle>
          <a:p>
            <a:pPr lvl="0">
              <a:lnSpc>
                <a:spcPct val="100000"/>
              </a:lnSpc>
              <a:spcBef>
                <a:spcPts val="0"/>
              </a:spcBef>
            </a:pPr>
            <a:r>
              <a:rPr lang="en-GB" dirty="0"/>
              <a:t>.</a:t>
            </a:r>
          </a:p>
        </p:txBody>
      </p:sp>
      <p:sp>
        <p:nvSpPr>
          <p:cNvPr id="26" name="Text Placeholder 2">
            <a:extLst>
              <a:ext uri="{FF2B5EF4-FFF2-40B4-BE49-F238E27FC236}">
                <a16:creationId xmlns:a16="http://schemas.microsoft.com/office/drawing/2014/main" id="{5B84FA82-C276-72B8-EC9F-5E8CCD8D53BE}"/>
              </a:ext>
            </a:extLst>
          </p:cNvPr>
          <p:cNvSpPr>
            <a:spLocks noGrp="1"/>
          </p:cNvSpPr>
          <p:nvPr>
            <p:ph type="body" sz="quarter" idx="67"/>
          </p:nvPr>
        </p:nvSpPr>
        <p:spPr>
          <a:xfrm>
            <a:off x="6419450" y="5434791"/>
            <a:ext cx="1969168" cy="839005"/>
          </a:xfrm>
        </p:spPr>
        <p:txBody>
          <a:bodyPr>
            <a:noAutofit/>
          </a:bodyPr>
          <a:lstStyle>
            <a:lvl1pPr algn="ctr">
              <a:lnSpc>
                <a:spcPct val="100000"/>
              </a:lnSpc>
              <a:spcBef>
                <a:spcPts val="0"/>
              </a:spcBef>
              <a:defRPr sz="12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27" name="Text Placeholder 7">
            <a:extLst>
              <a:ext uri="{FF2B5EF4-FFF2-40B4-BE49-F238E27FC236}">
                <a16:creationId xmlns:a16="http://schemas.microsoft.com/office/drawing/2014/main" id="{736245FA-EEE2-C47F-C311-0A8FF803AFE3}"/>
              </a:ext>
            </a:extLst>
          </p:cNvPr>
          <p:cNvSpPr>
            <a:spLocks noGrp="1"/>
          </p:cNvSpPr>
          <p:nvPr>
            <p:ph type="body" sz="quarter" idx="68"/>
          </p:nvPr>
        </p:nvSpPr>
        <p:spPr>
          <a:xfrm>
            <a:off x="6419450" y="4852484"/>
            <a:ext cx="1969168" cy="548729"/>
          </a:xfrm>
        </p:spPr>
        <p:txBody>
          <a:bodyPr anchor="b">
            <a:noAutofit/>
          </a:bodyPr>
          <a:lstStyle>
            <a:lvl1pPr algn="ctr">
              <a:lnSpc>
                <a:spcPct val="100000"/>
              </a:lnSpc>
              <a:spcBef>
                <a:spcPts val="0"/>
              </a:spcBef>
              <a:defRPr sz="1400">
                <a:solidFill>
                  <a:schemeClr val="tx1"/>
                </a:solidFill>
              </a:defRPr>
            </a:lvl1pPr>
          </a:lstStyle>
          <a:p>
            <a:pPr lvl="0"/>
            <a:r>
              <a:rPr lang="en-GB" dirty="0"/>
              <a:t>Click to edit Master text styles</a:t>
            </a:r>
          </a:p>
        </p:txBody>
      </p:sp>
      <p:sp>
        <p:nvSpPr>
          <p:cNvPr id="28" name="Text Placeholder 7">
            <a:extLst>
              <a:ext uri="{FF2B5EF4-FFF2-40B4-BE49-F238E27FC236}">
                <a16:creationId xmlns:a16="http://schemas.microsoft.com/office/drawing/2014/main" id="{C5943782-CFB9-E05D-77EE-A9257E7C116F}"/>
              </a:ext>
            </a:extLst>
          </p:cNvPr>
          <p:cNvSpPr>
            <a:spLocks noGrp="1"/>
          </p:cNvSpPr>
          <p:nvPr>
            <p:ph type="body" sz="quarter" idx="69" hasCustomPrompt="1"/>
          </p:nvPr>
        </p:nvSpPr>
        <p:spPr>
          <a:xfrm>
            <a:off x="6774034" y="3684721"/>
            <a:ext cx="1260000" cy="287198"/>
          </a:xfrm>
        </p:spPr>
        <p:txBody>
          <a:bodyPr anchor="ctr">
            <a:noAutofit/>
          </a:bodyPr>
          <a:lstStyle>
            <a:lvl1pPr algn="ctr">
              <a:lnSpc>
                <a:spcPct val="100000"/>
              </a:lnSpc>
              <a:spcBef>
                <a:spcPts val="0"/>
              </a:spcBef>
              <a:defRPr sz="1300">
                <a:solidFill>
                  <a:schemeClr val="tx1"/>
                </a:solidFill>
              </a:defRPr>
            </a:lvl1pPr>
          </a:lstStyle>
          <a:p>
            <a:pPr lvl="0"/>
            <a:r>
              <a:rPr lang="en-GB" dirty="0"/>
              <a:t>Milestone</a:t>
            </a:r>
          </a:p>
        </p:txBody>
      </p:sp>
      <p:sp>
        <p:nvSpPr>
          <p:cNvPr id="11" name="Text Placeholder 168">
            <a:extLst>
              <a:ext uri="{FF2B5EF4-FFF2-40B4-BE49-F238E27FC236}">
                <a16:creationId xmlns:a16="http://schemas.microsoft.com/office/drawing/2014/main" id="{12F6E87A-7520-E807-1E18-3CEC7BE2A6C1}"/>
              </a:ext>
            </a:extLst>
          </p:cNvPr>
          <p:cNvSpPr>
            <a:spLocks noGrp="1" noChangeAspect="1"/>
          </p:cNvSpPr>
          <p:nvPr>
            <p:ph type="body" sz="quarter" idx="76" hasCustomPrompt="1"/>
          </p:nvPr>
        </p:nvSpPr>
        <p:spPr>
          <a:xfrm>
            <a:off x="8640067" y="3103184"/>
            <a:ext cx="144000" cy="144000"/>
          </a:xfrm>
          <a:prstGeom prst="ellipse">
            <a:avLst/>
          </a:prstGeom>
          <a:solidFill>
            <a:schemeClr val="accent5"/>
          </a:solidFill>
        </p:spPr>
        <p:txBody>
          <a:bodyPr vert="horz" wrap="square" lIns="91440" tIns="45720" rIns="91440" bIns="45720" rtlCol="0" anchor="ctr">
            <a:noAutofit/>
          </a:bodyPr>
          <a:lstStyle>
            <a:lvl1pPr algn="ctr">
              <a:defRPr lang="en-GB" sz="1000" dirty="0">
                <a:solidFill>
                  <a:schemeClr val="accent1">
                    <a:alpha val="0"/>
                  </a:schemeClr>
                </a:solidFill>
              </a:defRPr>
            </a:lvl1pPr>
          </a:lstStyle>
          <a:p>
            <a:pPr lvl="0">
              <a:lnSpc>
                <a:spcPct val="100000"/>
              </a:lnSpc>
              <a:spcBef>
                <a:spcPts val="0"/>
              </a:spcBef>
            </a:pPr>
            <a:r>
              <a:rPr lang="en-GB" dirty="0"/>
              <a:t>.</a:t>
            </a:r>
          </a:p>
        </p:txBody>
      </p:sp>
      <p:sp>
        <p:nvSpPr>
          <p:cNvPr id="30" name="Text Placeholder 2">
            <a:extLst>
              <a:ext uri="{FF2B5EF4-FFF2-40B4-BE49-F238E27FC236}">
                <a16:creationId xmlns:a16="http://schemas.microsoft.com/office/drawing/2014/main" id="{3DC1C7E1-E49D-0D4D-DC9C-49C03EAC9418}"/>
              </a:ext>
            </a:extLst>
          </p:cNvPr>
          <p:cNvSpPr>
            <a:spLocks noGrp="1"/>
          </p:cNvSpPr>
          <p:nvPr>
            <p:ph type="body" sz="quarter" idx="71"/>
          </p:nvPr>
        </p:nvSpPr>
        <p:spPr>
          <a:xfrm>
            <a:off x="7727483" y="2093036"/>
            <a:ext cx="1969168" cy="839005"/>
          </a:xfrm>
        </p:spPr>
        <p:txBody>
          <a:bodyPr>
            <a:noAutofit/>
          </a:bodyPr>
          <a:lstStyle>
            <a:lvl1pPr algn="ctr">
              <a:lnSpc>
                <a:spcPct val="100000"/>
              </a:lnSpc>
              <a:spcBef>
                <a:spcPts val="0"/>
              </a:spcBef>
              <a:defRPr sz="1200" b="0">
                <a:solidFill>
                  <a:schemeClr val="tx1"/>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31" name="Text Placeholder 7">
            <a:extLst>
              <a:ext uri="{FF2B5EF4-FFF2-40B4-BE49-F238E27FC236}">
                <a16:creationId xmlns:a16="http://schemas.microsoft.com/office/drawing/2014/main" id="{A214BD9B-326C-6E90-6FEA-8580E5004290}"/>
              </a:ext>
            </a:extLst>
          </p:cNvPr>
          <p:cNvSpPr>
            <a:spLocks noGrp="1"/>
          </p:cNvSpPr>
          <p:nvPr>
            <p:ph type="body" sz="quarter" idx="72"/>
          </p:nvPr>
        </p:nvSpPr>
        <p:spPr>
          <a:xfrm>
            <a:off x="7727483" y="1510729"/>
            <a:ext cx="1969168" cy="548729"/>
          </a:xfrm>
        </p:spPr>
        <p:txBody>
          <a:bodyPr anchor="b">
            <a:noAutofit/>
          </a:bodyPr>
          <a:lstStyle>
            <a:lvl1pPr algn="ctr">
              <a:lnSpc>
                <a:spcPct val="100000"/>
              </a:lnSpc>
              <a:spcBef>
                <a:spcPts val="0"/>
              </a:spcBef>
              <a:defRPr sz="1400">
                <a:solidFill>
                  <a:schemeClr val="tx1"/>
                </a:solidFill>
              </a:defRPr>
            </a:lvl1pPr>
          </a:lstStyle>
          <a:p>
            <a:pPr lvl="0"/>
            <a:r>
              <a:rPr lang="en-GB" dirty="0"/>
              <a:t>Click to edit Master text styles</a:t>
            </a:r>
          </a:p>
        </p:txBody>
      </p:sp>
      <p:sp>
        <p:nvSpPr>
          <p:cNvPr id="32" name="Text Placeholder 7">
            <a:extLst>
              <a:ext uri="{FF2B5EF4-FFF2-40B4-BE49-F238E27FC236}">
                <a16:creationId xmlns:a16="http://schemas.microsoft.com/office/drawing/2014/main" id="{0F09F9CA-5514-6A9A-0917-E3DE53036517}"/>
              </a:ext>
            </a:extLst>
          </p:cNvPr>
          <p:cNvSpPr>
            <a:spLocks noGrp="1"/>
          </p:cNvSpPr>
          <p:nvPr>
            <p:ph type="body" sz="quarter" idx="73" hasCustomPrompt="1"/>
          </p:nvPr>
        </p:nvSpPr>
        <p:spPr>
          <a:xfrm>
            <a:off x="8082067" y="3684721"/>
            <a:ext cx="1260000" cy="287198"/>
          </a:xfrm>
        </p:spPr>
        <p:txBody>
          <a:bodyPr anchor="ctr">
            <a:noAutofit/>
          </a:bodyPr>
          <a:lstStyle>
            <a:lvl1pPr algn="ctr">
              <a:lnSpc>
                <a:spcPct val="100000"/>
              </a:lnSpc>
              <a:spcBef>
                <a:spcPts val="0"/>
              </a:spcBef>
              <a:defRPr sz="1300">
                <a:solidFill>
                  <a:schemeClr val="tx1"/>
                </a:solidFill>
              </a:defRPr>
            </a:lvl1pPr>
          </a:lstStyle>
          <a:p>
            <a:pPr lvl="0"/>
            <a:r>
              <a:rPr lang="en-GB" dirty="0"/>
              <a:t>Milestone</a:t>
            </a:r>
          </a:p>
        </p:txBody>
      </p:sp>
    </p:spTree>
    <p:extLst>
      <p:ext uri="{BB962C8B-B14F-4D97-AF65-F5344CB8AC3E}">
        <p14:creationId xmlns:p14="http://schemas.microsoft.com/office/powerpoint/2010/main" val="9282727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extLst>
    <p:ext uri="{DCECCB84-F9BA-43D5-87BE-67443E8EF086}">
      <p15:sldGuideLst xmlns:p15="http://schemas.microsoft.com/office/powerpoint/2012/main">
        <p15:guide id="1" pos="5496" userDrawn="1">
          <p15:clr>
            <a:srgbClr val="FBAE40"/>
          </p15:clr>
        </p15:guide>
        <p15:guide id="2" pos="2184" userDrawn="1">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meline I60V8">
    <p:bg>
      <p:bgPr>
        <a:solidFill>
          <a:schemeClr val="bg2">
            <a:alpha val="30000"/>
          </a:schemeClr>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63946473-57B7-639E-E190-787684284094}"/>
              </a:ext>
            </a:extLst>
          </p:cNvPr>
          <p:cNvGrpSpPr/>
          <p:nvPr userDrawn="1"/>
        </p:nvGrpSpPr>
        <p:grpSpPr>
          <a:xfrm>
            <a:off x="2172567" y="3174414"/>
            <a:ext cx="7846866" cy="1307812"/>
            <a:chOff x="2105892" y="3357980"/>
            <a:chExt cx="7846866" cy="1307812"/>
          </a:xfrm>
        </p:grpSpPr>
        <p:sp>
          <p:nvSpPr>
            <p:cNvPr id="11" name="Arc 48">
              <a:extLst>
                <a:ext uri="{FF2B5EF4-FFF2-40B4-BE49-F238E27FC236}">
                  <a16:creationId xmlns:a16="http://schemas.microsoft.com/office/drawing/2014/main" id="{E3B3A3C4-DEBB-50D3-E93D-B9A6583F1E84}"/>
                </a:ext>
              </a:extLst>
            </p:cNvPr>
            <p:cNvSpPr/>
            <p:nvPr userDrawn="1"/>
          </p:nvSpPr>
          <p:spPr>
            <a:xfrm flipV="1">
              <a:off x="8644947"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5" name="Arc 47">
              <a:extLst>
                <a:ext uri="{FF2B5EF4-FFF2-40B4-BE49-F238E27FC236}">
                  <a16:creationId xmlns:a16="http://schemas.microsoft.com/office/drawing/2014/main" id="{59B7CDF8-06BD-62E3-B5B7-D6801A4F7A38}"/>
                </a:ext>
              </a:extLst>
            </p:cNvPr>
            <p:cNvSpPr/>
            <p:nvPr userDrawn="1"/>
          </p:nvSpPr>
          <p:spPr>
            <a:xfrm>
              <a:off x="7337136"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9" name="Arc 47">
              <a:extLst>
                <a:ext uri="{FF2B5EF4-FFF2-40B4-BE49-F238E27FC236}">
                  <a16:creationId xmlns:a16="http://schemas.microsoft.com/office/drawing/2014/main" id="{3E1D6903-9A6E-D758-7431-DBEF0E50F82C}"/>
                </a:ext>
              </a:extLst>
            </p:cNvPr>
            <p:cNvSpPr/>
            <p:nvPr userDrawn="1"/>
          </p:nvSpPr>
          <p:spPr>
            <a:xfrm>
              <a:off x="4721514"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26" name="Arc 48">
              <a:extLst>
                <a:ext uri="{FF2B5EF4-FFF2-40B4-BE49-F238E27FC236}">
                  <a16:creationId xmlns:a16="http://schemas.microsoft.com/office/drawing/2014/main" id="{8903CE56-5731-8F14-B0A9-0C31EAAE0A5A}"/>
                </a:ext>
              </a:extLst>
            </p:cNvPr>
            <p:cNvSpPr/>
            <p:nvPr userDrawn="1"/>
          </p:nvSpPr>
          <p:spPr>
            <a:xfrm flipV="1">
              <a:off x="6029325"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0" name="Arc 47">
              <a:extLst>
                <a:ext uri="{FF2B5EF4-FFF2-40B4-BE49-F238E27FC236}">
                  <a16:creationId xmlns:a16="http://schemas.microsoft.com/office/drawing/2014/main" id="{27348CAF-4443-E7C9-2041-4C3AA4397B14}"/>
                </a:ext>
              </a:extLst>
            </p:cNvPr>
            <p:cNvSpPr/>
            <p:nvPr userDrawn="1"/>
          </p:nvSpPr>
          <p:spPr>
            <a:xfrm>
              <a:off x="2105892"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7" name="Arc 48">
              <a:extLst>
                <a:ext uri="{FF2B5EF4-FFF2-40B4-BE49-F238E27FC236}">
                  <a16:creationId xmlns:a16="http://schemas.microsoft.com/office/drawing/2014/main" id="{50EFCDBF-767B-68EC-94BE-4F29CE96DFBE}"/>
                </a:ext>
              </a:extLst>
            </p:cNvPr>
            <p:cNvSpPr/>
            <p:nvPr userDrawn="1"/>
          </p:nvSpPr>
          <p:spPr>
            <a:xfrm flipV="1">
              <a:off x="3413703" y="3357980"/>
              <a:ext cx="1307811" cy="1307812"/>
            </a:xfrm>
            <a:prstGeom prst="ellipse">
              <a:avLst/>
            </a:prstGeom>
            <a:ln w="571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8" name="Arc 37">
              <a:extLst>
                <a:ext uri="{FF2B5EF4-FFF2-40B4-BE49-F238E27FC236}">
                  <a16:creationId xmlns:a16="http://schemas.microsoft.com/office/drawing/2014/main" id="{77BBDE90-C5C8-AF49-6C8D-EB9CDD4963DF}"/>
                </a:ext>
              </a:extLst>
            </p:cNvPr>
            <p:cNvSpPr/>
            <p:nvPr userDrawn="1"/>
          </p:nvSpPr>
          <p:spPr>
            <a:xfrm>
              <a:off x="2105892" y="3357980"/>
              <a:ext cx="1307811" cy="1307812"/>
            </a:xfrm>
            <a:prstGeom prst="arc">
              <a:avLst>
                <a:gd name="adj1" fmla="val 10792152"/>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39" name="Arc 38">
              <a:extLst>
                <a:ext uri="{FF2B5EF4-FFF2-40B4-BE49-F238E27FC236}">
                  <a16:creationId xmlns:a16="http://schemas.microsoft.com/office/drawing/2014/main" id="{9DC4211B-6267-3783-353E-F51D0C592CD8}"/>
                </a:ext>
              </a:extLst>
            </p:cNvPr>
            <p:cNvSpPr/>
            <p:nvPr userDrawn="1"/>
          </p:nvSpPr>
          <p:spPr>
            <a:xfrm flipV="1">
              <a:off x="3413703" y="3357980"/>
              <a:ext cx="1307811" cy="1307812"/>
            </a:xfrm>
            <a:prstGeom prst="arc">
              <a:avLst>
                <a:gd name="adj1" fmla="val 10790197"/>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0" name="Arc 39">
              <a:extLst>
                <a:ext uri="{FF2B5EF4-FFF2-40B4-BE49-F238E27FC236}">
                  <a16:creationId xmlns:a16="http://schemas.microsoft.com/office/drawing/2014/main" id="{CC9A8F75-5D82-3AFD-6D18-7949718F0487}"/>
                </a:ext>
              </a:extLst>
            </p:cNvPr>
            <p:cNvSpPr/>
            <p:nvPr userDrawn="1"/>
          </p:nvSpPr>
          <p:spPr>
            <a:xfrm>
              <a:off x="4721514" y="3357980"/>
              <a:ext cx="1307811" cy="1307812"/>
            </a:xfrm>
            <a:prstGeom prst="arc">
              <a:avLst>
                <a:gd name="adj1" fmla="val 10792152"/>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1" name="Arc 40">
              <a:extLst>
                <a:ext uri="{FF2B5EF4-FFF2-40B4-BE49-F238E27FC236}">
                  <a16:creationId xmlns:a16="http://schemas.microsoft.com/office/drawing/2014/main" id="{4BE4514E-4D6A-8E9D-75CC-0AFB06BA4859}"/>
                </a:ext>
              </a:extLst>
            </p:cNvPr>
            <p:cNvSpPr/>
            <p:nvPr userDrawn="1"/>
          </p:nvSpPr>
          <p:spPr>
            <a:xfrm flipV="1">
              <a:off x="6029325" y="3357980"/>
              <a:ext cx="1307811" cy="1307812"/>
            </a:xfrm>
            <a:prstGeom prst="arc">
              <a:avLst>
                <a:gd name="adj1" fmla="val 10790197"/>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2" name="Arc 41">
              <a:extLst>
                <a:ext uri="{FF2B5EF4-FFF2-40B4-BE49-F238E27FC236}">
                  <a16:creationId xmlns:a16="http://schemas.microsoft.com/office/drawing/2014/main" id="{A478C5DF-4DC1-BDE6-F3D6-359DA253264D}"/>
                </a:ext>
              </a:extLst>
            </p:cNvPr>
            <p:cNvSpPr/>
            <p:nvPr userDrawn="1"/>
          </p:nvSpPr>
          <p:spPr>
            <a:xfrm>
              <a:off x="7337136" y="3357980"/>
              <a:ext cx="1307811" cy="1307812"/>
            </a:xfrm>
            <a:prstGeom prst="arc">
              <a:avLst>
                <a:gd name="adj1" fmla="val 10792152"/>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43" name="Arc 42">
              <a:extLst>
                <a:ext uri="{FF2B5EF4-FFF2-40B4-BE49-F238E27FC236}">
                  <a16:creationId xmlns:a16="http://schemas.microsoft.com/office/drawing/2014/main" id="{8D844093-DEEF-B4AB-340C-552F3758031A}"/>
                </a:ext>
              </a:extLst>
            </p:cNvPr>
            <p:cNvSpPr/>
            <p:nvPr userDrawn="1"/>
          </p:nvSpPr>
          <p:spPr>
            <a:xfrm flipV="1">
              <a:off x="8644947" y="3357980"/>
              <a:ext cx="1307811" cy="1307812"/>
            </a:xfrm>
            <a:prstGeom prst="arc">
              <a:avLst>
                <a:gd name="adj1" fmla="val 10790197"/>
                <a:gd name="adj2" fmla="val 0"/>
              </a:avLst>
            </a:prstGeom>
            <a:ln w="5715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0D78536D-56B8-C8AB-E6BB-E0331088471C}"/>
              </a:ext>
            </a:extLst>
          </p:cNvPr>
          <p:cNvSpPr>
            <a:spLocks noGrp="1"/>
          </p:cNvSpPr>
          <p:nvPr>
            <p:ph type="title"/>
          </p:nvPr>
        </p:nvSpPr>
        <p:spPr>
          <a:xfrm>
            <a:off x="587375" y="584201"/>
            <a:ext cx="11017248" cy="798639"/>
          </a:xfrm>
          <a:prstGeom prst="rect">
            <a:avLst/>
          </a:prstGeom>
        </p:spPr>
        <p:txBody>
          <a:bodyPr anchor="t">
            <a:noAutofit/>
          </a:bodyPr>
          <a:lstStyle>
            <a:lvl1pPr>
              <a:defRPr>
                <a:solidFill>
                  <a:schemeClr val="tx2"/>
                </a:solidFill>
              </a:defRPr>
            </a:lvl1pPr>
          </a:lstStyle>
          <a:p>
            <a:r>
              <a:rPr lang="en-US" dirty="0"/>
              <a:t>Click to edit Master title style</a:t>
            </a:r>
            <a:endParaRPr lang="en-ID" dirty="0"/>
          </a:p>
        </p:txBody>
      </p:sp>
      <p:sp>
        <p:nvSpPr>
          <p:cNvPr id="22" name="Text Placeholder 2">
            <a:extLst>
              <a:ext uri="{FF2B5EF4-FFF2-40B4-BE49-F238E27FC236}">
                <a16:creationId xmlns:a16="http://schemas.microsoft.com/office/drawing/2014/main" id="{56BC0482-25B0-66FD-403E-AC58B866ED85}"/>
              </a:ext>
            </a:extLst>
          </p:cNvPr>
          <p:cNvSpPr>
            <a:spLocks noGrp="1"/>
          </p:cNvSpPr>
          <p:nvPr>
            <p:ph type="body" sz="quarter" idx="15"/>
          </p:nvPr>
        </p:nvSpPr>
        <p:spPr>
          <a:xfrm>
            <a:off x="1837523" y="2130061"/>
            <a:ext cx="1985978" cy="886683"/>
          </a:xfrm>
        </p:spPr>
        <p:txBody>
          <a:bodyPr>
            <a:noAutofit/>
          </a:bodyPr>
          <a:lstStyle>
            <a:lvl1pPr algn="ctr">
              <a:lnSpc>
                <a:spcPct val="100000"/>
              </a:lnSpc>
              <a:spcBef>
                <a:spcPts val="0"/>
              </a:spcBef>
              <a:defRPr sz="12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23" name="Text Placeholder 7">
            <a:extLst>
              <a:ext uri="{FF2B5EF4-FFF2-40B4-BE49-F238E27FC236}">
                <a16:creationId xmlns:a16="http://schemas.microsoft.com/office/drawing/2014/main" id="{9C50B986-01B8-30FE-1ADC-AB068703BDF7}"/>
              </a:ext>
            </a:extLst>
          </p:cNvPr>
          <p:cNvSpPr>
            <a:spLocks noGrp="1"/>
          </p:cNvSpPr>
          <p:nvPr>
            <p:ph type="body" sz="quarter" idx="16"/>
          </p:nvPr>
        </p:nvSpPr>
        <p:spPr>
          <a:xfrm>
            <a:off x="1837523" y="1547126"/>
            <a:ext cx="1985978" cy="549357"/>
          </a:xfrm>
        </p:spPr>
        <p:txBody>
          <a:bodyPr anchor="b">
            <a:noAutofit/>
          </a:bodyPr>
          <a:lstStyle>
            <a:lvl1pPr algn="ctr">
              <a:lnSpc>
                <a:spcPct val="100000"/>
              </a:lnSpc>
              <a:spcBef>
                <a:spcPts val="0"/>
              </a:spcBef>
              <a:defRPr sz="1400">
                <a:solidFill>
                  <a:schemeClr val="tx2"/>
                </a:solidFill>
              </a:defRPr>
            </a:lvl1pPr>
          </a:lstStyle>
          <a:p>
            <a:pPr lvl="0"/>
            <a:r>
              <a:rPr lang="en-GB" dirty="0"/>
              <a:t>Click to edit Master text styles</a:t>
            </a:r>
          </a:p>
        </p:txBody>
      </p:sp>
      <p:sp>
        <p:nvSpPr>
          <p:cNvPr id="24" name="Text Placeholder 7">
            <a:extLst>
              <a:ext uri="{FF2B5EF4-FFF2-40B4-BE49-F238E27FC236}">
                <a16:creationId xmlns:a16="http://schemas.microsoft.com/office/drawing/2014/main" id="{B2A92B5B-5BAC-146B-32EB-F3D930339FC9}"/>
              </a:ext>
            </a:extLst>
          </p:cNvPr>
          <p:cNvSpPr>
            <a:spLocks noGrp="1"/>
          </p:cNvSpPr>
          <p:nvPr>
            <p:ph type="body" sz="quarter" idx="57" hasCustomPrompt="1"/>
          </p:nvPr>
        </p:nvSpPr>
        <p:spPr>
          <a:xfrm>
            <a:off x="2196167" y="3684721"/>
            <a:ext cx="1260000" cy="287198"/>
          </a:xfrm>
        </p:spPr>
        <p:txBody>
          <a:bodyPr anchor="ctr">
            <a:noAutofit/>
          </a:bodyPr>
          <a:lstStyle>
            <a:lvl1pPr algn="ctr">
              <a:lnSpc>
                <a:spcPct val="100000"/>
              </a:lnSpc>
              <a:spcBef>
                <a:spcPts val="0"/>
              </a:spcBef>
              <a:defRPr sz="1300">
                <a:solidFill>
                  <a:schemeClr val="accent2"/>
                </a:solidFill>
              </a:defRPr>
            </a:lvl1pPr>
          </a:lstStyle>
          <a:p>
            <a:pPr lvl="0"/>
            <a:r>
              <a:rPr lang="en-GB" dirty="0"/>
              <a:t>Milestone</a:t>
            </a:r>
          </a:p>
        </p:txBody>
      </p:sp>
      <p:sp>
        <p:nvSpPr>
          <p:cNvPr id="35" name="Text Placeholder 168">
            <a:extLst>
              <a:ext uri="{FF2B5EF4-FFF2-40B4-BE49-F238E27FC236}">
                <a16:creationId xmlns:a16="http://schemas.microsoft.com/office/drawing/2014/main" id="{0B19C6BF-3839-A4A7-AB2C-387A9E955F78}"/>
              </a:ext>
            </a:extLst>
          </p:cNvPr>
          <p:cNvSpPr>
            <a:spLocks noGrp="1" noChangeAspect="1"/>
          </p:cNvSpPr>
          <p:nvPr>
            <p:ph type="body" sz="quarter" idx="82" hasCustomPrompt="1"/>
          </p:nvPr>
        </p:nvSpPr>
        <p:spPr>
          <a:xfrm>
            <a:off x="4062332" y="4410226"/>
            <a:ext cx="144000" cy="144000"/>
          </a:xfrm>
          <a:prstGeom prst="ellipse">
            <a:avLst/>
          </a:prstGeom>
          <a:solidFill>
            <a:schemeClr val="accent2"/>
          </a:solidFill>
        </p:spPr>
        <p:txBody>
          <a:bodyPr vert="horz" wrap="square" lIns="91440" tIns="45720" rIns="91440" bIns="45720" rtlCol="0" anchor="ctr">
            <a:noAutofit/>
          </a:bodyPr>
          <a:lstStyle>
            <a:lvl1pPr algn="ctr">
              <a:defRPr lang="en-GB" sz="1000" dirty="0">
                <a:solidFill>
                  <a:schemeClr val="accent1">
                    <a:alpha val="0"/>
                  </a:schemeClr>
                </a:solidFill>
              </a:defRPr>
            </a:lvl1pPr>
          </a:lstStyle>
          <a:p>
            <a:pPr lvl="0">
              <a:lnSpc>
                <a:spcPct val="100000"/>
              </a:lnSpc>
              <a:spcBef>
                <a:spcPts val="0"/>
              </a:spcBef>
            </a:pPr>
            <a:r>
              <a:rPr lang="en-GB" dirty="0"/>
              <a:t>.</a:t>
            </a:r>
          </a:p>
        </p:txBody>
      </p:sp>
      <p:sp>
        <p:nvSpPr>
          <p:cNvPr id="12" name="Text Placeholder 2">
            <a:extLst>
              <a:ext uri="{FF2B5EF4-FFF2-40B4-BE49-F238E27FC236}">
                <a16:creationId xmlns:a16="http://schemas.microsoft.com/office/drawing/2014/main" id="{14ABF171-F5FB-95D6-D557-22167CC7478D}"/>
              </a:ext>
            </a:extLst>
          </p:cNvPr>
          <p:cNvSpPr>
            <a:spLocks noGrp="1"/>
          </p:cNvSpPr>
          <p:nvPr>
            <p:ph type="body" sz="quarter" idx="59"/>
          </p:nvPr>
        </p:nvSpPr>
        <p:spPr>
          <a:xfrm>
            <a:off x="3146736" y="5361860"/>
            <a:ext cx="1985978" cy="886683"/>
          </a:xfrm>
        </p:spPr>
        <p:txBody>
          <a:bodyPr>
            <a:noAutofit/>
          </a:bodyPr>
          <a:lstStyle>
            <a:lvl1pPr algn="ctr">
              <a:lnSpc>
                <a:spcPct val="100000"/>
              </a:lnSpc>
              <a:spcBef>
                <a:spcPts val="0"/>
              </a:spcBef>
              <a:defRPr sz="12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3" name="Text Placeholder 7">
            <a:extLst>
              <a:ext uri="{FF2B5EF4-FFF2-40B4-BE49-F238E27FC236}">
                <a16:creationId xmlns:a16="http://schemas.microsoft.com/office/drawing/2014/main" id="{17EB721C-7D57-2D66-3B50-692BC217A473}"/>
              </a:ext>
            </a:extLst>
          </p:cNvPr>
          <p:cNvSpPr>
            <a:spLocks noGrp="1"/>
          </p:cNvSpPr>
          <p:nvPr>
            <p:ph type="body" sz="quarter" idx="60"/>
          </p:nvPr>
        </p:nvSpPr>
        <p:spPr>
          <a:xfrm>
            <a:off x="3146736" y="4778925"/>
            <a:ext cx="1985978" cy="549357"/>
          </a:xfrm>
        </p:spPr>
        <p:txBody>
          <a:bodyPr anchor="b">
            <a:noAutofit/>
          </a:bodyPr>
          <a:lstStyle>
            <a:lvl1pPr algn="ctr">
              <a:lnSpc>
                <a:spcPct val="100000"/>
              </a:lnSpc>
              <a:spcBef>
                <a:spcPts val="0"/>
              </a:spcBef>
              <a:defRPr sz="1400">
                <a:solidFill>
                  <a:schemeClr val="tx2"/>
                </a:solidFill>
              </a:defRPr>
            </a:lvl1pPr>
          </a:lstStyle>
          <a:p>
            <a:pPr lvl="0"/>
            <a:r>
              <a:rPr lang="en-GB" dirty="0"/>
              <a:t>Click to edit Master text styles</a:t>
            </a:r>
          </a:p>
        </p:txBody>
      </p:sp>
      <p:sp>
        <p:nvSpPr>
          <p:cNvPr id="14" name="Text Placeholder 7">
            <a:extLst>
              <a:ext uri="{FF2B5EF4-FFF2-40B4-BE49-F238E27FC236}">
                <a16:creationId xmlns:a16="http://schemas.microsoft.com/office/drawing/2014/main" id="{32EC58A2-CC25-770E-9DC3-A38ECAA12128}"/>
              </a:ext>
            </a:extLst>
          </p:cNvPr>
          <p:cNvSpPr>
            <a:spLocks noGrp="1"/>
          </p:cNvSpPr>
          <p:nvPr>
            <p:ph type="body" sz="quarter" idx="61" hasCustomPrompt="1"/>
          </p:nvPr>
        </p:nvSpPr>
        <p:spPr>
          <a:xfrm>
            <a:off x="3504039" y="3684721"/>
            <a:ext cx="1260000" cy="287198"/>
          </a:xfrm>
        </p:spPr>
        <p:txBody>
          <a:bodyPr anchor="ctr">
            <a:noAutofit/>
          </a:bodyPr>
          <a:lstStyle>
            <a:lvl1pPr algn="ctr">
              <a:lnSpc>
                <a:spcPct val="100000"/>
              </a:lnSpc>
              <a:spcBef>
                <a:spcPts val="0"/>
              </a:spcBef>
              <a:defRPr sz="1300">
                <a:solidFill>
                  <a:schemeClr val="accent2"/>
                </a:solidFill>
              </a:defRPr>
            </a:lvl1pPr>
          </a:lstStyle>
          <a:p>
            <a:pPr lvl="0"/>
            <a:r>
              <a:rPr lang="en-GB" dirty="0"/>
              <a:t>Milestone</a:t>
            </a:r>
          </a:p>
        </p:txBody>
      </p:sp>
      <p:sp>
        <p:nvSpPr>
          <p:cNvPr id="34" name="Text Placeholder 168">
            <a:extLst>
              <a:ext uri="{FF2B5EF4-FFF2-40B4-BE49-F238E27FC236}">
                <a16:creationId xmlns:a16="http://schemas.microsoft.com/office/drawing/2014/main" id="{6D466CDF-E874-5C3F-A560-2C24B3691507}"/>
              </a:ext>
            </a:extLst>
          </p:cNvPr>
          <p:cNvSpPr>
            <a:spLocks noGrp="1" noChangeAspect="1"/>
          </p:cNvSpPr>
          <p:nvPr>
            <p:ph type="body" sz="quarter" idx="81" hasCustomPrompt="1"/>
          </p:nvPr>
        </p:nvSpPr>
        <p:spPr>
          <a:xfrm>
            <a:off x="5370192" y="3106163"/>
            <a:ext cx="144000" cy="144000"/>
          </a:xfrm>
          <a:prstGeom prst="ellipse">
            <a:avLst/>
          </a:prstGeom>
          <a:solidFill>
            <a:schemeClr val="accent2"/>
          </a:solidFill>
        </p:spPr>
        <p:txBody>
          <a:bodyPr vert="horz" wrap="square" lIns="91440" tIns="45720" rIns="91440" bIns="45720" rtlCol="0" anchor="ctr">
            <a:noAutofit/>
          </a:bodyPr>
          <a:lstStyle>
            <a:lvl1pPr algn="ctr">
              <a:defRPr lang="en-GB" sz="1000" dirty="0">
                <a:solidFill>
                  <a:schemeClr val="accent1">
                    <a:alpha val="0"/>
                  </a:schemeClr>
                </a:solidFill>
              </a:defRPr>
            </a:lvl1pPr>
          </a:lstStyle>
          <a:p>
            <a:pPr lvl="0">
              <a:lnSpc>
                <a:spcPct val="100000"/>
              </a:lnSpc>
              <a:spcBef>
                <a:spcPts val="0"/>
              </a:spcBef>
            </a:pPr>
            <a:r>
              <a:rPr lang="en-GB" dirty="0"/>
              <a:t>.</a:t>
            </a:r>
          </a:p>
        </p:txBody>
      </p:sp>
      <p:sp>
        <p:nvSpPr>
          <p:cNvPr id="16" name="Text Placeholder 2">
            <a:extLst>
              <a:ext uri="{FF2B5EF4-FFF2-40B4-BE49-F238E27FC236}">
                <a16:creationId xmlns:a16="http://schemas.microsoft.com/office/drawing/2014/main" id="{A94B3084-98C4-6296-6B6D-97EB34068290}"/>
              </a:ext>
            </a:extLst>
          </p:cNvPr>
          <p:cNvSpPr>
            <a:spLocks noGrp="1"/>
          </p:cNvSpPr>
          <p:nvPr>
            <p:ph type="body" sz="quarter" idx="63"/>
          </p:nvPr>
        </p:nvSpPr>
        <p:spPr>
          <a:xfrm>
            <a:off x="4455949" y="2126794"/>
            <a:ext cx="1985978" cy="886683"/>
          </a:xfrm>
        </p:spPr>
        <p:txBody>
          <a:bodyPr>
            <a:noAutofit/>
          </a:bodyPr>
          <a:lstStyle>
            <a:lvl1pPr algn="ctr">
              <a:lnSpc>
                <a:spcPct val="100000"/>
              </a:lnSpc>
              <a:spcBef>
                <a:spcPts val="0"/>
              </a:spcBef>
              <a:defRPr sz="12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17" name="Text Placeholder 7">
            <a:extLst>
              <a:ext uri="{FF2B5EF4-FFF2-40B4-BE49-F238E27FC236}">
                <a16:creationId xmlns:a16="http://schemas.microsoft.com/office/drawing/2014/main" id="{36613FBF-AFC6-DE81-8285-5B1C2E02F16B}"/>
              </a:ext>
            </a:extLst>
          </p:cNvPr>
          <p:cNvSpPr>
            <a:spLocks noGrp="1"/>
          </p:cNvSpPr>
          <p:nvPr>
            <p:ph type="body" sz="quarter" idx="64"/>
          </p:nvPr>
        </p:nvSpPr>
        <p:spPr>
          <a:xfrm>
            <a:off x="4455949" y="1543859"/>
            <a:ext cx="1985978" cy="549357"/>
          </a:xfrm>
        </p:spPr>
        <p:txBody>
          <a:bodyPr anchor="b">
            <a:noAutofit/>
          </a:bodyPr>
          <a:lstStyle>
            <a:lvl1pPr algn="ctr">
              <a:lnSpc>
                <a:spcPct val="100000"/>
              </a:lnSpc>
              <a:spcBef>
                <a:spcPts val="0"/>
              </a:spcBef>
              <a:defRPr sz="1400">
                <a:solidFill>
                  <a:schemeClr val="tx2"/>
                </a:solidFill>
              </a:defRPr>
            </a:lvl1pPr>
          </a:lstStyle>
          <a:p>
            <a:pPr lvl="0"/>
            <a:r>
              <a:rPr lang="en-GB" dirty="0"/>
              <a:t>Click to edit Master text styles</a:t>
            </a:r>
          </a:p>
        </p:txBody>
      </p:sp>
      <p:sp>
        <p:nvSpPr>
          <p:cNvPr id="18" name="Text Placeholder 7">
            <a:extLst>
              <a:ext uri="{FF2B5EF4-FFF2-40B4-BE49-F238E27FC236}">
                <a16:creationId xmlns:a16="http://schemas.microsoft.com/office/drawing/2014/main" id="{4BAAF04D-62AF-4228-9A5B-311BD243A2B4}"/>
              </a:ext>
            </a:extLst>
          </p:cNvPr>
          <p:cNvSpPr>
            <a:spLocks noGrp="1"/>
          </p:cNvSpPr>
          <p:nvPr>
            <p:ph type="body" sz="quarter" idx="65" hasCustomPrompt="1"/>
          </p:nvPr>
        </p:nvSpPr>
        <p:spPr>
          <a:xfrm>
            <a:off x="4811911" y="3684721"/>
            <a:ext cx="1260000" cy="287198"/>
          </a:xfrm>
        </p:spPr>
        <p:txBody>
          <a:bodyPr anchor="ctr">
            <a:noAutofit/>
          </a:bodyPr>
          <a:lstStyle>
            <a:lvl1pPr algn="ctr">
              <a:lnSpc>
                <a:spcPct val="100000"/>
              </a:lnSpc>
              <a:spcBef>
                <a:spcPts val="0"/>
              </a:spcBef>
              <a:defRPr sz="1300">
                <a:solidFill>
                  <a:schemeClr val="accent2"/>
                </a:solidFill>
              </a:defRPr>
            </a:lvl1pPr>
          </a:lstStyle>
          <a:p>
            <a:pPr lvl="0"/>
            <a:r>
              <a:rPr lang="en-GB" dirty="0"/>
              <a:t>Milestone</a:t>
            </a:r>
          </a:p>
        </p:txBody>
      </p:sp>
      <p:sp>
        <p:nvSpPr>
          <p:cNvPr id="9" name="Text Placeholder 168">
            <a:extLst>
              <a:ext uri="{FF2B5EF4-FFF2-40B4-BE49-F238E27FC236}">
                <a16:creationId xmlns:a16="http://schemas.microsoft.com/office/drawing/2014/main" id="{B6EBAB72-AC4B-C7CF-CDE8-6C584A93A9F7}"/>
              </a:ext>
            </a:extLst>
          </p:cNvPr>
          <p:cNvSpPr>
            <a:spLocks noGrp="1" noChangeAspect="1"/>
          </p:cNvSpPr>
          <p:nvPr>
            <p:ph type="body" sz="quarter" idx="80" hasCustomPrompt="1"/>
          </p:nvPr>
        </p:nvSpPr>
        <p:spPr>
          <a:xfrm>
            <a:off x="6678052" y="4410226"/>
            <a:ext cx="144000" cy="144000"/>
          </a:xfrm>
          <a:prstGeom prst="ellipse">
            <a:avLst/>
          </a:prstGeom>
          <a:solidFill>
            <a:schemeClr val="accent2"/>
          </a:solidFill>
        </p:spPr>
        <p:txBody>
          <a:bodyPr vert="horz" wrap="square" lIns="91440" tIns="45720" rIns="91440" bIns="45720" rtlCol="0" anchor="ctr">
            <a:noAutofit/>
          </a:bodyPr>
          <a:lstStyle>
            <a:lvl1pPr algn="ctr">
              <a:defRPr lang="en-GB" sz="1000" dirty="0">
                <a:solidFill>
                  <a:schemeClr val="accent1">
                    <a:alpha val="0"/>
                  </a:schemeClr>
                </a:solidFill>
              </a:defRPr>
            </a:lvl1pPr>
          </a:lstStyle>
          <a:p>
            <a:pPr lvl="0">
              <a:lnSpc>
                <a:spcPct val="100000"/>
              </a:lnSpc>
              <a:spcBef>
                <a:spcPts val="0"/>
              </a:spcBef>
            </a:pPr>
            <a:r>
              <a:rPr lang="en-GB" dirty="0"/>
              <a:t>.</a:t>
            </a:r>
          </a:p>
        </p:txBody>
      </p:sp>
      <p:sp>
        <p:nvSpPr>
          <p:cNvPr id="20" name="Text Placeholder 2">
            <a:extLst>
              <a:ext uri="{FF2B5EF4-FFF2-40B4-BE49-F238E27FC236}">
                <a16:creationId xmlns:a16="http://schemas.microsoft.com/office/drawing/2014/main" id="{C22B9BC5-5866-BA38-15A8-8C6C92D7394E}"/>
              </a:ext>
            </a:extLst>
          </p:cNvPr>
          <p:cNvSpPr>
            <a:spLocks noGrp="1"/>
          </p:cNvSpPr>
          <p:nvPr>
            <p:ph type="body" sz="quarter" idx="67"/>
          </p:nvPr>
        </p:nvSpPr>
        <p:spPr>
          <a:xfrm>
            <a:off x="5765162" y="5364253"/>
            <a:ext cx="1985978" cy="886683"/>
          </a:xfrm>
        </p:spPr>
        <p:txBody>
          <a:bodyPr>
            <a:noAutofit/>
          </a:bodyPr>
          <a:lstStyle>
            <a:lvl1pPr algn="ctr">
              <a:lnSpc>
                <a:spcPct val="100000"/>
              </a:lnSpc>
              <a:spcBef>
                <a:spcPts val="0"/>
              </a:spcBef>
              <a:defRPr sz="12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21" name="Text Placeholder 7">
            <a:extLst>
              <a:ext uri="{FF2B5EF4-FFF2-40B4-BE49-F238E27FC236}">
                <a16:creationId xmlns:a16="http://schemas.microsoft.com/office/drawing/2014/main" id="{9553C91A-E673-80D0-6367-D9E6EDE2FE61}"/>
              </a:ext>
            </a:extLst>
          </p:cNvPr>
          <p:cNvSpPr>
            <a:spLocks noGrp="1"/>
          </p:cNvSpPr>
          <p:nvPr>
            <p:ph type="body" sz="quarter" idx="68"/>
          </p:nvPr>
        </p:nvSpPr>
        <p:spPr>
          <a:xfrm>
            <a:off x="5765162" y="4781318"/>
            <a:ext cx="1985978" cy="549357"/>
          </a:xfrm>
        </p:spPr>
        <p:txBody>
          <a:bodyPr anchor="b">
            <a:noAutofit/>
          </a:bodyPr>
          <a:lstStyle>
            <a:lvl1pPr algn="ctr">
              <a:lnSpc>
                <a:spcPct val="100000"/>
              </a:lnSpc>
              <a:spcBef>
                <a:spcPts val="0"/>
              </a:spcBef>
              <a:defRPr sz="1400">
                <a:solidFill>
                  <a:schemeClr val="tx2"/>
                </a:solidFill>
              </a:defRPr>
            </a:lvl1pPr>
          </a:lstStyle>
          <a:p>
            <a:pPr lvl="0"/>
            <a:r>
              <a:rPr lang="en-GB" dirty="0"/>
              <a:t>Click to edit Master text styles</a:t>
            </a:r>
          </a:p>
        </p:txBody>
      </p:sp>
      <p:sp>
        <p:nvSpPr>
          <p:cNvPr id="25" name="Text Placeholder 7">
            <a:extLst>
              <a:ext uri="{FF2B5EF4-FFF2-40B4-BE49-F238E27FC236}">
                <a16:creationId xmlns:a16="http://schemas.microsoft.com/office/drawing/2014/main" id="{EA2E7440-3DAE-8CAC-91F3-759991DCC194}"/>
              </a:ext>
            </a:extLst>
          </p:cNvPr>
          <p:cNvSpPr>
            <a:spLocks noGrp="1"/>
          </p:cNvSpPr>
          <p:nvPr>
            <p:ph type="body" sz="quarter" idx="69" hasCustomPrompt="1"/>
          </p:nvPr>
        </p:nvSpPr>
        <p:spPr>
          <a:xfrm>
            <a:off x="6119783" y="3684721"/>
            <a:ext cx="1260000" cy="287198"/>
          </a:xfrm>
        </p:spPr>
        <p:txBody>
          <a:bodyPr anchor="ctr">
            <a:noAutofit/>
          </a:bodyPr>
          <a:lstStyle>
            <a:lvl1pPr algn="ctr">
              <a:lnSpc>
                <a:spcPct val="100000"/>
              </a:lnSpc>
              <a:spcBef>
                <a:spcPts val="0"/>
              </a:spcBef>
              <a:defRPr sz="1300">
                <a:solidFill>
                  <a:schemeClr val="accent2"/>
                </a:solidFill>
              </a:defRPr>
            </a:lvl1pPr>
          </a:lstStyle>
          <a:p>
            <a:pPr lvl="0"/>
            <a:r>
              <a:rPr lang="en-GB" dirty="0"/>
              <a:t>Milestone</a:t>
            </a:r>
          </a:p>
        </p:txBody>
      </p:sp>
      <p:sp>
        <p:nvSpPr>
          <p:cNvPr id="8" name="Text Placeholder 168">
            <a:extLst>
              <a:ext uri="{FF2B5EF4-FFF2-40B4-BE49-F238E27FC236}">
                <a16:creationId xmlns:a16="http://schemas.microsoft.com/office/drawing/2014/main" id="{7371A1F4-A993-B1BF-A750-5F2131EB430E}"/>
              </a:ext>
            </a:extLst>
          </p:cNvPr>
          <p:cNvSpPr>
            <a:spLocks noGrp="1" noChangeAspect="1"/>
          </p:cNvSpPr>
          <p:nvPr>
            <p:ph type="body" sz="quarter" idx="79" hasCustomPrompt="1"/>
          </p:nvPr>
        </p:nvSpPr>
        <p:spPr>
          <a:xfrm>
            <a:off x="7985912" y="3106163"/>
            <a:ext cx="144000" cy="144000"/>
          </a:xfrm>
          <a:prstGeom prst="ellipse">
            <a:avLst/>
          </a:prstGeom>
          <a:solidFill>
            <a:schemeClr val="accent2"/>
          </a:solidFill>
        </p:spPr>
        <p:txBody>
          <a:bodyPr vert="horz" wrap="square" lIns="91440" tIns="45720" rIns="91440" bIns="45720" rtlCol="0" anchor="ctr">
            <a:noAutofit/>
          </a:bodyPr>
          <a:lstStyle>
            <a:lvl1pPr algn="ctr">
              <a:defRPr lang="en-GB" sz="1000" dirty="0">
                <a:solidFill>
                  <a:schemeClr val="accent1">
                    <a:alpha val="0"/>
                  </a:schemeClr>
                </a:solidFill>
              </a:defRPr>
            </a:lvl1pPr>
          </a:lstStyle>
          <a:p>
            <a:pPr lvl="0">
              <a:lnSpc>
                <a:spcPct val="100000"/>
              </a:lnSpc>
              <a:spcBef>
                <a:spcPts val="0"/>
              </a:spcBef>
            </a:pPr>
            <a:r>
              <a:rPr lang="en-GB" dirty="0"/>
              <a:t>.</a:t>
            </a:r>
          </a:p>
        </p:txBody>
      </p:sp>
      <p:sp>
        <p:nvSpPr>
          <p:cNvPr id="27" name="Text Placeholder 2">
            <a:extLst>
              <a:ext uri="{FF2B5EF4-FFF2-40B4-BE49-F238E27FC236}">
                <a16:creationId xmlns:a16="http://schemas.microsoft.com/office/drawing/2014/main" id="{B7A4FB97-CF47-A6ED-AFC3-F9E1E8A1E5E9}"/>
              </a:ext>
            </a:extLst>
          </p:cNvPr>
          <p:cNvSpPr>
            <a:spLocks noGrp="1"/>
          </p:cNvSpPr>
          <p:nvPr>
            <p:ph type="body" sz="quarter" idx="71"/>
          </p:nvPr>
        </p:nvSpPr>
        <p:spPr>
          <a:xfrm>
            <a:off x="7074375" y="2125654"/>
            <a:ext cx="1985978" cy="886683"/>
          </a:xfrm>
        </p:spPr>
        <p:txBody>
          <a:bodyPr>
            <a:noAutofit/>
          </a:bodyPr>
          <a:lstStyle>
            <a:lvl1pPr algn="ctr">
              <a:lnSpc>
                <a:spcPct val="100000"/>
              </a:lnSpc>
              <a:spcBef>
                <a:spcPts val="0"/>
              </a:spcBef>
              <a:defRPr sz="12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28" name="Text Placeholder 7">
            <a:extLst>
              <a:ext uri="{FF2B5EF4-FFF2-40B4-BE49-F238E27FC236}">
                <a16:creationId xmlns:a16="http://schemas.microsoft.com/office/drawing/2014/main" id="{1098CD05-4730-BAD9-7E67-8548D9738991}"/>
              </a:ext>
            </a:extLst>
          </p:cNvPr>
          <p:cNvSpPr>
            <a:spLocks noGrp="1"/>
          </p:cNvSpPr>
          <p:nvPr>
            <p:ph type="body" sz="quarter" idx="72"/>
          </p:nvPr>
        </p:nvSpPr>
        <p:spPr>
          <a:xfrm>
            <a:off x="7074375" y="1542719"/>
            <a:ext cx="1985978" cy="549357"/>
          </a:xfrm>
        </p:spPr>
        <p:txBody>
          <a:bodyPr anchor="b">
            <a:noAutofit/>
          </a:bodyPr>
          <a:lstStyle>
            <a:lvl1pPr algn="ctr">
              <a:lnSpc>
                <a:spcPct val="100000"/>
              </a:lnSpc>
              <a:spcBef>
                <a:spcPts val="0"/>
              </a:spcBef>
              <a:defRPr sz="1400">
                <a:solidFill>
                  <a:schemeClr val="tx2"/>
                </a:solidFill>
              </a:defRPr>
            </a:lvl1pPr>
          </a:lstStyle>
          <a:p>
            <a:pPr lvl="0"/>
            <a:r>
              <a:rPr lang="en-GB" dirty="0"/>
              <a:t>Click to edit Master text styles</a:t>
            </a:r>
          </a:p>
        </p:txBody>
      </p:sp>
      <p:sp>
        <p:nvSpPr>
          <p:cNvPr id="29" name="Text Placeholder 7">
            <a:extLst>
              <a:ext uri="{FF2B5EF4-FFF2-40B4-BE49-F238E27FC236}">
                <a16:creationId xmlns:a16="http://schemas.microsoft.com/office/drawing/2014/main" id="{895496AC-1552-EF02-5930-6D8F196BBDAA}"/>
              </a:ext>
            </a:extLst>
          </p:cNvPr>
          <p:cNvSpPr>
            <a:spLocks noGrp="1"/>
          </p:cNvSpPr>
          <p:nvPr>
            <p:ph type="body" sz="quarter" idx="73" hasCustomPrompt="1"/>
          </p:nvPr>
        </p:nvSpPr>
        <p:spPr>
          <a:xfrm>
            <a:off x="7427655" y="3684721"/>
            <a:ext cx="1260000" cy="287198"/>
          </a:xfrm>
        </p:spPr>
        <p:txBody>
          <a:bodyPr anchor="ctr">
            <a:noAutofit/>
          </a:bodyPr>
          <a:lstStyle>
            <a:lvl1pPr algn="ctr">
              <a:lnSpc>
                <a:spcPct val="100000"/>
              </a:lnSpc>
              <a:spcBef>
                <a:spcPts val="0"/>
              </a:spcBef>
              <a:defRPr sz="1300">
                <a:solidFill>
                  <a:schemeClr val="accent2"/>
                </a:solidFill>
              </a:defRPr>
            </a:lvl1pPr>
          </a:lstStyle>
          <a:p>
            <a:pPr lvl="0"/>
            <a:r>
              <a:rPr lang="en-GB" dirty="0"/>
              <a:t>Milestone</a:t>
            </a:r>
          </a:p>
        </p:txBody>
      </p:sp>
      <p:sp>
        <p:nvSpPr>
          <p:cNvPr id="36" name="Text Placeholder 168">
            <a:extLst>
              <a:ext uri="{FF2B5EF4-FFF2-40B4-BE49-F238E27FC236}">
                <a16:creationId xmlns:a16="http://schemas.microsoft.com/office/drawing/2014/main" id="{ECC8CAD4-96DD-DFAF-AA29-00AFACDD630C}"/>
              </a:ext>
            </a:extLst>
          </p:cNvPr>
          <p:cNvSpPr>
            <a:spLocks noGrp="1" noChangeAspect="1"/>
          </p:cNvSpPr>
          <p:nvPr>
            <p:ph type="body" sz="quarter" idx="83" hasCustomPrompt="1"/>
          </p:nvPr>
        </p:nvSpPr>
        <p:spPr>
          <a:xfrm>
            <a:off x="9293770" y="4410226"/>
            <a:ext cx="144000" cy="144000"/>
          </a:xfrm>
          <a:prstGeom prst="ellipse">
            <a:avLst/>
          </a:prstGeom>
          <a:solidFill>
            <a:schemeClr val="accent2"/>
          </a:solidFill>
        </p:spPr>
        <p:txBody>
          <a:bodyPr vert="horz" wrap="square" lIns="91440" tIns="45720" rIns="91440" bIns="45720" rtlCol="0" anchor="ctr">
            <a:noAutofit/>
          </a:bodyPr>
          <a:lstStyle>
            <a:lvl1pPr algn="ctr">
              <a:defRPr lang="en-GB" sz="1000" dirty="0">
                <a:solidFill>
                  <a:schemeClr val="accent1">
                    <a:alpha val="0"/>
                  </a:schemeClr>
                </a:solidFill>
              </a:defRPr>
            </a:lvl1pPr>
          </a:lstStyle>
          <a:p>
            <a:pPr lvl="0">
              <a:lnSpc>
                <a:spcPct val="100000"/>
              </a:lnSpc>
              <a:spcBef>
                <a:spcPts val="0"/>
              </a:spcBef>
            </a:pPr>
            <a:r>
              <a:rPr lang="en-GB" dirty="0"/>
              <a:t>.</a:t>
            </a:r>
          </a:p>
        </p:txBody>
      </p:sp>
      <p:sp>
        <p:nvSpPr>
          <p:cNvPr id="31" name="Text Placeholder 2">
            <a:extLst>
              <a:ext uri="{FF2B5EF4-FFF2-40B4-BE49-F238E27FC236}">
                <a16:creationId xmlns:a16="http://schemas.microsoft.com/office/drawing/2014/main" id="{C556999F-2660-2E0A-9A48-A686C140A52C}"/>
              </a:ext>
            </a:extLst>
          </p:cNvPr>
          <p:cNvSpPr>
            <a:spLocks noGrp="1"/>
          </p:cNvSpPr>
          <p:nvPr>
            <p:ph type="body" sz="quarter" idx="75"/>
          </p:nvPr>
        </p:nvSpPr>
        <p:spPr>
          <a:xfrm>
            <a:off x="8383586" y="5361860"/>
            <a:ext cx="1985978" cy="886683"/>
          </a:xfrm>
        </p:spPr>
        <p:txBody>
          <a:bodyPr>
            <a:noAutofit/>
          </a:bodyPr>
          <a:lstStyle>
            <a:lvl1pPr algn="ctr">
              <a:lnSpc>
                <a:spcPct val="100000"/>
              </a:lnSpc>
              <a:spcBef>
                <a:spcPts val="0"/>
              </a:spcBef>
              <a:defRPr sz="1200" b="0">
                <a:solidFill>
                  <a:schemeClr val="tx2"/>
                </a:solidFill>
              </a:defRPr>
            </a:lvl1pPr>
            <a:lvl2pPr>
              <a:lnSpc>
                <a:spcPct val="120000"/>
              </a:lnSpc>
              <a:defRPr>
                <a:solidFill>
                  <a:schemeClr val="tx1">
                    <a:lumMod val="85000"/>
                    <a:lumOff val="15000"/>
                  </a:schemeClr>
                </a:solidFill>
              </a:defRPr>
            </a:lvl2pPr>
            <a:lvl3pPr>
              <a:lnSpc>
                <a:spcPct val="120000"/>
              </a:lnSpc>
              <a:defRPr>
                <a:solidFill>
                  <a:schemeClr val="tx1">
                    <a:lumMod val="85000"/>
                    <a:lumOff val="15000"/>
                  </a:schemeClr>
                </a:solidFill>
              </a:defRPr>
            </a:lvl3pPr>
            <a:lvl4pPr>
              <a:lnSpc>
                <a:spcPct val="120000"/>
              </a:lnSpc>
              <a:defRPr>
                <a:solidFill>
                  <a:schemeClr val="tx1">
                    <a:lumMod val="85000"/>
                    <a:lumOff val="15000"/>
                  </a:schemeClr>
                </a:solidFill>
              </a:defRPr>
            </a:lvl4pPr>
            <a:lvl5pPr>
              <a:lnSpc>
                <a:spcPct val="120000"/>
              </a:lnSpc>
              <a:defRPr>
                <a:solidFill>
                  <a:schemeClr val="tx1">
                    <a:lumMod val="85000"/>
                    <a:lumOff val="15000"/>
                  </a:schemeClr>
                </a:solidFill>
              </a:defRPr>
            </a:lvl5pPr>
          </a:lstStyle>
          <a:p>
            <a:pPr lvl="0"/>
            <a:r>
              <a:rPr lang="en-US" dirty="0"/>
              <a:t>Click to edit Master text styles</a:t>
            </a:r>
          </a:p>
        </p:txBody>
      </p:sp>
      <p:sp>
        <p:nvSpPr>
          <p:cNvPr id="32" name="Text Placeholder 7">
            <a:extLst>
              <a:ext uri="{FF2B5EF4-FFF2-40B4-BE49-F238E27FC236}">
                <a16:creationId xmlns:a16="http://schemas.microsoft.com/office/drawing/2014/main" id="{AAF9B49E-A9EF-6331-D3A6-16BB16393B2D}"/>
              </a:ext>
            </a:extLst>
          </p:cNvPr>
          <p:cNvSpPr>
            <a:spLocks noGrp="1"/>
          </p:cNvSpPr>
          <p:nvPr>
            <p:ph type="body" sz="quarter" idx="76"/>
          </p:nvPr>
        </p:nvSpPr>
        <p:spPr>
          <a:xfrm>
            <a:off x="8383586" y="4778925"/>
            <a:ext cx="1985978" cy="549357"/>
          </a:xfrm>
        </p:spPr>
        <p:txBody>
          <a:bodyPr anchor="b">
            <a:noAutofit/>
          </a:bodyPr>
          <a:lstStyle>
            <a:lvl1pPr algn="ctr">
              <a:lnSpc>
                <a:spcPct val="100000"/>
              </a:lnSpc>
              <a:spcBef>
                <a:spcPts val="0"/>
              </a:spcBef>
              <a:defRPr sz="1400">
                <a:solidFill>
                  <a:schemeClr val="tx2"/>
                </a:solidFill>
              </a:defRPr>
            </a:lvl1pPr>
          </a:lstStyle>
          <a:p>
            <a:pPr lvl="0"/>
            <a:r>
              <a:rPr lang="en-GB" dirty="0"/>
              <a:t>Click to edit Master text styles</a:t>
            </a:r>
          </a:p>
        </p:txBody>
      </p:sp>
      <p:sp>
        <p:nvSpPr>
          <p:cNvPr id="33" name="Text Placeholder 7">
            <a:extLst>
              <a:ext uri="{FF2B5EF4-FFF2-40B4-BE49-F238E27FC236}">
                <a16:creationId xmlns:a16="http://schemas.microsoft.com/office/drawing/2014/main" id="{1C756DFB-E4FA-C6A8-C347-69974F163F62}"/>
              </a:ext>
            </a:extLst>
          </p:cNvPr>
          <p:cNvSpPr>
            <a:spLocks noGrp="1"/>
          </p:cNvSpPr>
          <p:nvPr>
            <p:ph type="body" sz="quarter" idx="77" hasCustomPrompt="1"/>
          </p:nvPr>
        </p:nvSpPr>
        <p:spPr>
          <a:xfrm>
            <a:off x="8735527" y="3684721"/>
            <a:ext cx="1260000" cy="287198"/>
          </a:xfrm>
        </p:spPr>
        <p:txBody>
          <a:bodyPr anchor="ctr">
            <a:noAutofit/>
          </a:bodyPr>
          <a:lstStyle>
            <a:lvl1pPr algn="ctr">
              <a:lnSpc>
                <a:spcPct val="100000"/>
              </a:lnSpc>
              <a:spcBef>
                <a:spcPts val="0"/>
              </a:spcBef>
              <a:defRPr sz="1300">
                <a:solidFill>
                  <a:schemeClr val="accent2"/>
                </a:solidFill>
              </a:defRPr>
            </a:lvl1pPr>
          </a:lstStyle>
          <a:p>
            <a:pPr lvl="0"/>
            <a:r>
              <a:rPr lang="en-GB" dirty="0"/>
              <a:t>Milestone</a:t>
            </a:r>
          </a:p>
        </p:txBody>
      </p:sp>
      <p:sp>
        <p:nvSpPr>
          <p:cNvPr id="4" name="Text Placeholder 168">
            <a:extLst>
              <a:ext uri="{FF2B5EF4-FFF2-40B4-BE49-F238E27FC236}">
                <a16:creationId xmlns:a16="http://schemas.microsoft.com/office/drawing/2014/main" id="{E9CDCE82-6CB8-A7B5-A950-748A7628D6FE}"/>
              </a:ext>
            </a:extLst>
          </p:cNvPr>
          <p:cNvSpPr>
            <a:spLocks noGrp="1" noChangeAspect="1"/>
          </p:cNvSpPr>
          <p:nvPr>
            <p:ph type="body" sz="quarter" idx="78" hasCustomPrompt="1"/>
          </p:nvPr>
        </p:nvSpPr>
        <p:spPr>
          <a:xfrm>
            <a:off x="2754472" y="3106163"/>
            <a:ext cx="144000" cy="144000"/>
          </a:xfrm>
          <a:prstGeom prst="ellipse">
            <a:avLst/>
          </a:prstGeom>
          <a:solidFill>
            <a:schemeClr val="accent2"/>
          </a:solidFill>
        </p:spPr>
        <p:txBody>
          <a:bodyPr vert="horz" wrap="square" lIns="91440" tIns="45720" rIns="91440" bIns="45720" rtlCol="0" anchor="ctr">
            <a:noAutofit/>
          </a:bodyPr>
          <a:lstStyle>
            <a:lvl1pPr algn="ctr">
              <a:defRPr lang="en-GB" sz="1000" dirty="0">
                <a:solidFill>
                  <a:schemeClr val="accent1">
                    <a:alpha val="0"/>
                  </a:schemeClr>
                </a:solidFill>
              </a:defRPr>
            </a:lvl1pPr>
          </a:lstStyle>
          <a:p>
            <a:pPr lvl="0">
              <a:lnSpc>
                <a:spcPct val="100000"/>
              </a:lnSpc>
              <a:spcBef>
                <a:spcPts val="0"/>
              </a:spcBef>
            </a:pPr>
            <a:r>
              <a:rPr lang="en-GB" dirty="0"/>
              <a:t>.</a:t>
            </a:r>
          </a:p>
        </p:txBody>
      </p:sp>
    </p:spTree>
    <p:extLst>
      <p:ext uri="{BB962C8B-B14F-4D97-AF65-F5344CB8AC3E}">
        <p14:creationId xmlns:p14="http://schemas.microsoft.com/office/powerpoint/2010/main" val="18929401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Only V2">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C19E034C-1D99-06F7-97F5-2AC8D9ABDEAB}"/>
              </a:ext>
            </a:extLst>
          </p:cNvPr>
          <p:cNvSpPr>
            <a:spLocks noGrp="1"/>
          </p:cNvSpPr>
          <p:nvPr>
            <p:ph type="title"/>
          </p:nvPr>
        </p:nvSpPr>
        <p:spPr>
          <a:xfrm>
            <a:off x="587375" y="584201"/>
            <a:ext cx="11017248" cy="798639"/>
          </a:xfrm>
          <a:prstGeom prst="rect">
            <a:avLst/>
          </a:prstGeom>
        </p:spPr>
        <p:txBody>
          <a:bodyPr anchor="t">
            <a:noAutofit/>
          </a:bodyPr>
          <a:lstStyle>
            <a:lvl1pPr>
              <a:defRPr>
                <a:solidFill>
                  <a:schemeClr val="tx1"/>
                </a:solidFill>
              </a:defRPr>
            </a:lvl1pPr>
          </a:lstStyle>
          <a:p>
            <a:r>
              <a:rPr lang="en-US" dirty="0"/>
              <a:t>Click to edit Master title style</a:t>
            </a:r>
            <a:endParaRPr lang="en-ID" dirty="0"/>
          </a:p>
        </p:txBody>
      </p:sp>
    </p:spTree>
    <p:extLst>
      <p:ext uri="{BB962C8B-B14F-4D97-AF65-F5344CB8AC3E}">
        <p14:creationId xmlns:p14="http://schemas.microsoft.com/office/powerpoint/2010/main" val="17920018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Only V1">
    <p:bg>
      <p:bgPr>
        <a:solidFill>
          <a:schemeClr val="bg2">
            <a:alpha val="30000"/>
          </a:schemeClr>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0D78536D-56B8-C8AB-E6BB-E0331088471C}"/>
              </a:ext>
            </a:extLst>
          </p:cNvPr>
          <p:cNvSpPr>
            <a:spLocks noGrp="1"/>
          </p:cNvSpPr>
          <p:nvPr>
            <p:ph type="title"/>
          </p:nvPr>
        </p:nvSpPr>
        <p:spPr>
          <a:xfrm>
            <a:off x="587375" y="584201"/>
            <a:ext cx="11017248" cy="798639"/>
          </a:xfrm>
          <a:prstGeom prst="rect">
            <a:avLst/>
          </a:prstGeom>
        </p:spPr>
        <p:txBody>
          <a:bodyPr anchor="t">
            <a:noAutofit/>
          </a:bodyPr>
          <a:lstStyle>
            <a:lvl1pPr>
              <a:defRPr>
                <a:solidFill>
                  <a:schemeClr val="tx2"/>
                </a:solidFill>
              </a:defRPr>
            </a:lvl1pPr>
          </a:lstStyle>
          <a:p>
            <a:r>
              <a:rPr lang="en-US" dirty="0"/>
              <a:t>Click to edit Master title style</a:t>
            </a:r>
            <a:endParaRPr lang="en-ID" dirty="0"/>
          </a:p>
        </p:txBody>
      </p:sp>
    </p:spTree>
    <p:extLst>
      <p:ext uri="{BB962C8B-B14F-4D97-AF65-F5344CB8AC3E}">
        <p14:creationId xmlns:p14="http://schemas.microsoft.com/office/powerpoint/2010/main" val="23216788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lank V2">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59739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lank V1">
    <p:bg>
      <p:bgPr>
        <a:solidFill>
          <a:schemeClr val="bg2">
            <a:alpha val="30000"/>
          </a:schemeClr>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DFF3D53-0DD3-D40C-B57B-9FAA242BB85A}"/>
              </a:ext>
            </a:extLst>
          </p:cNvPr>
          <p:cNvCxnSpPr>
            <a:cxnSpLocks/>
          </p:cNvCxnSpPr>
          <p:nvPr userDrawn="1"/>
        </p:nvCxnSpPr>
        <p:spPr>
          <a:xfrm>
            <a:off x="0" y="6273800"/>
            <a:ext cx="11415713" cy="0"/>
          </a:xfrm>
          <a:prstGeom prst="line">
            <a:avLst/>
          </a:prstGeom>
          <a:ln w="12700" cap="rnd">
            <a:solidFill>
              <a:schemeClr val="accent5"/>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10569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Market Size S10V1">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2A1F490-2C5D-B917-337F-23625B656B69}"/>
              </a:ext>
            </a:extLst>
          </p:cNvPr>
          <p:cNvSpPr>
            <a:spLocks noGrp="1"/>
          </p:cNvSpPr>
          <p:nvPr>
            <p:ph type="title"/>
          </p:nvPr>
        </p:nvSpPr>
        <p:spPr>
          <a:xfrm>
            <a:off x="587375" y="584201"/>
            <a:ext cx="11017248" cy="798639"/>
          </a:xfrm>
          <a:prstGeom prst="rect">
            <a:avLst/>
          </a:prstGeom>
        </p:spPr>
        <p:txBody>
          <a:bodyPr anchor="t">
            <a:noAutofit/>
          </a:bodyPr>
          <a:lstStyle>
            <a:lvl1pPr>
              <a:defRPr>
                <a:solidFill>
                  <a:schemeClr val="tx2"/>
                </a:solidFill>
              </a:defRPr>
            </a:lvl1pPr>
          </a:lstStyle>
          <a:p>
            <a:r>
              <a:rPr lang="en-US" dirty="0"/>
              <a:t>Click to edit Master title style</a:t>
            </a:r>
            <a:endParaRPr lang="en-ID" dirty="0"/>
          </a:p>
        </p:txBody>
      </p:sp>
      <p:sp>
        <p:nvSpPr>
          <p:cNvPr id="8" name="Rectangle 7">
            <a:extLst>
              <a:ext uri="{FF2B5EF4-FFF2-40B4-BE49-F238E27FC236}">
                <a16:creationId xmlns:a16="http://schemas.microsoft.com/office/drawing/2014/main" id="{F187B2A0-BEE0-D949-8D72-4160022D4F67}"/>
              </a:ext>
            </a:extLst>
          </p:cNvPr>
          <p:cNvSpPr/>
          <p:nvPr userDrawn="1"/>
        </p:nvSpPr>
        <p:spPr>
          <a:xfrm>
            <a:off x="702151" y="1826578"/>
            <a:ext cx="2520000" cy="252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 name="Text Placeholder 7">
            <a:extLst>
              <a:ext uri="{FF2B5EF4-FFF2-40B4-BE49-F238E27FC236}">
                <a16:creationId xmlns:a16="http://schemas.microsoft.com/office/drawing/2014/main" id="{4EF7CDB0-1F91-B912-46B6-58B81A7F82F6}"/>
              </a:ext>
            </a:extLst>
          </p:cNvPr>
          <p:cNvSpPr>
            <a:spLocks noGrp="1"/>
          </p:cNvSpPr>
          <p:nvPr>
            <p:ph type="body" sz="quarter" idx="19"/>
          </p:nvPr>
        </p:nvSpPr>
        <p:spPr>
          <a:xfrm>
            <a:off x="749778" y="4853875"/>
            <a:ext cx="2424746" cy="1420361"/>
          </a:xfrm>
        </p:spPr>
        <p:txBody>
          <a:bodyPr>
            <a:noAutofit/>
          </a:bodyPr>
          <a:lstStyle>
            <a:lvl1pPr algn="ctr">
              <a:lnSpc>
                <a:spcPct val="100000"/>
              </a:lnSpc>
              <a:spcBef>
                <a:spcPts val="0"/>
              </a:spcBef>
              <a:defRPr sz="1600" b="0">
                <a:solidFill>
                  <a:schemeClr val="tx2"/>
                </a:solidFill>
              </a:defRPr>
            </a:lvl1pPr>
            <a:lvl2pPr>
              <a:spcBef>
                <a:spcPts val="400"/>
              </a:spcBef>
              <a:defRPr/>
            </a:lvl2pPr>
            <a:lvl3pPr>
              <a:spcBef>
                <a:spcPts val="400"/>
              </a:spcBef>
              <a:defRPr/>
            </a:lvl3pPr>
            <a:lvl4pPr>
              <a:spcBef>
                <a:spcPts val="400"/>
              </a:spcBef>
              <a:defRPr/>
            </a:lvl4pPr>
            <a:lvl5pPr>
              <a:spcBef>
                <a:spcPts val="400"/>
              </a:spcBef>
              <a:defRPr/>
            </a:lvl5pPr>
          </a:lstStyle>
          <a:p>
            <a:pPr lvl="0"/>
            <a:r>
              <a:rPr lang="en-US" dirty="0"/>
              <a:t>Click to edit Master text styles</a:t>
            </a:r>
          </a:p>
        </p:txBody>
      </p:sp>
      <p:sp>
        <p:nvSpPr>
          <p:cNvPr id="10" name="Text Placeholder 6">
            <a:extLst>
              <a:ext uri="{FF2B5EF4-FFF2-40B4-BE49-F238E27FC236}">
                <a16:creationId xmlns:a16="http://schemas.microsoft.com/office/drawing/2014/main" id="{F90D59E5-9415-770E-D9D6-4C14078ADB75}"/>
              </a:ext>
            </a:extLst>
          </p:cNvPr>
          <p:cNvSpPr>
            <a:spLocks noGrp="1"/>
          </p:cNvSpPr>
          <p:nvPr>
            <p:ph type="body" sz="quarter" idx="20" hasCustomPrompt="1"/>
          </p:nvPr>
        </p:nvSpPr>
        <p:spPr>
          <a:xfrm>
            <a:off x="749778" y="4449956"/>
            <a:ext cx="2424746" cy="369600"/>
          </a:xfrm>
        </p:spPr>
        <p:txBody>
          <a:bodyPr anchor="ctr">
            <a:noAutofit/>
          </a:bodyPr>
          <a:lstStyle>
            <a:lvl1pPr algn="ctr">
              <a:lnSpc>
                <a:spcPct val="100000"/>
              </a:lnSpc>
              <a:spcBef>
                <a:spcPts val="0"/>
              </a:spcBef>
              <a:defRPr sz="1800" b="1">
                <a:solidFill>
                  <a:schemeClr val="tx2"/>
                </a:solidFill>
              </a:defRPr>
            </a:lvl1pPr>
          </a:lstStyle>
          <a:p>
            <a:pPr lvl="0"/>
            <a:r>
              <a:rPr lang="en-US" dirty="0"/>
              <a:t>Click to edit master</a:t>
            </a:r>
          </a:p>
        </p:txBody>
      </p:sp>
      <p:sp>
        <p:nvSpPr>
          <p:cNvPr id="11" name="Text Placeholder 6">
            <a:extLst>
              <a:ext uri="{FF2B5EF4-FFF2-40B4-BE49-F238E27FC236}">
                <a16:creationId xmlns:a16="http://schemas.microsoft.com/office/drawing/2014/main" id="{54655D67-3B2B-2B33-2B3C-FF93E80104E0}"/>
              </a:ext>
            </a:extLst>
          </p:cNvPr>
          <p:cNvSpPr>
            <a:spLocks noGrp="1"/>
          </p:cNvSpPr>
          <p:nvPr>
            <p:ph type="body" sz="quarter" idx="33" hasCustomPrompt="1"/>
          </p:nvPr>
        </p:nvSpPr>
        <p:spPr>
          <a:xfrm>
            <a:off x="702151" y="2832300"/>
            <a:ext cx="2520000" cy="508556"/>
          </a:xfrm>
        </p:spPr>
        <p:txBody>
          <a:bodyPr anchor="ctr">
            <a:noAutofit/>
          </a:bodyPr>
          <a:lstStyle>
            <a:lvl1pPr algn="ctr">
              <a:lnSpc>
                <a:spcPct val="100000"/>
              </a:lnSpc>
              <a:spcBef>
                <a:spcPts val="0"/>
              </a:spcBef>
              <a:defRPr sz="4800" b="1">
                <a:solidFill>
                  <a:schemeClr val="tx1"/>
                </a:solidFill>
                <a:latin typeface="+mj-lt"/>
              </a:defRPr>
            </a:lvl1pPr>
          </a:lstStyle>
          <a:p>
            <a:pPr lvl="0"/>
            <a:r>
              <a:rPr lang="en-US" dirty="0"/>
              <a:t>xx%</a:t>
            </a:r>
          </a:p>
        </p:txBody>
      </p:sp>
      <p:sp>
        <p:nvSpPr>
          <p:cNvPr id="12" name="Rectangle 11">
            <a:extLst>
              <a:ext uri="{FF2B5EF4-FFF2-40B4-BE49-F238E27FC236}">
                <a16:creationId xmlns:a16="http://schemas.microsoft.com/office/drawing/2014/main" id="{AE0DE5D8-1884-51F4-B375-4DB3F9C0451D}"/>
              </a:ext>
            </a:extLst>
          </p:cNvPr>
          <p:cNvSpPr/>
          <p:nvPr userDrawn="1"/>
        </p:nvSpPr>
        <p:spPr>
          <a:xfrm>
            <a:off x="4632621" y="2006578"/>
            <a:ext cx="2160000" cy="216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 name="Text Placeholder 7">
            <a:extLst>
              <a:ext uri="{FF2B5EF4-FFF2-40B4-BE49-F238E27FC236}">
                <a16:creationId xmlns:a16="http://schemas.microsoft.com/office/drawing/2014/main" id="{3169DF98-D645-CE18-3839-0DCDD09377C6}"/>
              </a:ext>
            </a:extLst>
          </p:cNvPr>
          <p:cNvSpPr>
            <a:spLocks noGrp="1"/>
          </p:cNvSpPr>
          <p:nvPr>
            <p:ph type="body" sz="quarter" idx="35"/>
          </p:nvPr>
        </p:nvSpPr>
        <p:spPr>
          <a:xfrm>
            <a:off x="4500248" y="4853875"/>
            <a:ext cx="2424746" cy="1420361"/>
          </a:xfrm>
        </p:spPr>
        <p:txBody>
          <a:bodyPr>
            <a:noAutofit/>
          </a:bodyPr>
          <a:lstStyle>
            <a:lvl1pPr algn="ctr">
              <a:lnSpc>
                <a:spcPct val="100000"/>
              </a:lnSpc>
              <a:spcBef>
                <a:spcPts val="0"/>
              </a:spcBef>
              <a:defRPr sz="1600" b="0">
                <a:solidFill>
                  <a:schemeClr val="tx2"/>
                </a:solidFill>
              </a:defRPr>
            </a:lvl1pPr>
            <a:lvl2pPr>
              <a:spcBef>
                <a:spcPts val="400"/>
              </a:spcBef>
              <a:defRPr/>
            </a:lvl2pPr>
            <a:lvl3pPr>
              <a:spcBef>
                <a:spcPts val="400"/>
              </a:spcBef>
              <a:defRPr/>
            </a:lvl3pPr>
            <a:lvl4pPr>
              <a:spcBef>
                <a:spcPts val="400"/>
              </a:spcBef>
              <a:defRPr/>
            </a:lvl4pPr>
            <a:lvl5pPr>
              <a:spcBef>
                <a:spcPts val="400"/>
              </a:spcBef>
              <a:defRPr/>
            </a:lvl5pPr>
          </a:lstStyle>
          <a:p>
            <a:pPr lvl="0"/>
            <a:r>
              <a:rPr lang="en-US" dirty="0"/>
              <a:t>Click to edit Master text styles</a:t>
            </a:r>
          </a:p>
        </p:txBody>
      </p:sp>
      <p:sp>
        <p:nvSpPr>
          <p:cNvPr id="14" name="Text Placeholder 6">
            <a:extLst>
              <a:ext uri="{FF2B5EF4-FFF2-40B4-BE49-F238E27FC236}">
                <a16:creationId xmlns:a16="http://schemas.microsoft.com/office/drawing/2014/main" id="{C515AD8B-BCD0-442E-6961-950ECACC2AA3}"/>
              </a:ext>
            </a:extLst>
          </p:cNvPr>
          <p:cNvSpPr>
            <a:spLocks noGrp="1"/>
          </p:cNvSpPr>
          <p:nvPr>
            <p:ph type="body" sz="quarter" idx="36" hasCustomPrompt="1"/>
          </p:nvPr>
        </p:nvSpPr>
        <p:spPr>
          <a:xfrm>
            <a:off x="4500248" y="4449956"/>
            <a:ext cx="2424746" cy="369600"/>
          </a:xfrm>
        </p:spPr>
        <p:txBody>
          <a:bodyPr anchor="ctr">
            <a:noAutofit/>
          </a:bodyPr>
          <a:lstStyle>
            <a:lvl1pPr algn="ctr">
              <a:lnSpc>
                <a:spcPct val="100000"/>
              </a:lnSpc>
              <a:spcBef>
                <a:spcPts val="0"/>
              </a:spcBef>
              <a:defRPr sz="1800" b="1">
                <a:solidFill>
                  <a:schemeClr val="tx2"/>
                </a:solidFill>
              </a:defRPr>
            </a:lvl1pPr>
          </a:lstStyle>
          <a:p>
            <a:pPr lvl="0"/>
            <a:r>
              <a:rPr lang="en-US" dirty="0"/>
              <a:t>Click to edit master</a:t>
            </a:r>
          </a:p>
        </p:txBody>
      </p:sp>
      <p:sp>
        <p:nvSpPr>
          <p:cNvPr id="15" name="Text Placeholder 6">
            <a:extLst>
              <a:ext uri="{FF2B5EF4-FFF2-40B4-BE49-F238E27FC236}">
                <a16:creationId xmlns:a16="http://schemas.microsoft.com/office/drawing/2014/main" id="{5C87728A-1F0A-B463-D86E-B490B687EBA9}"/>
              </a:ext>
            </a:extLst>
          </p:cNvPr>
          <p:cNvSpPr>
            <a:spLocks noGrp="1"/>
          </p:cNvSpPr>
          <p:nvPr>
            <p:ph type="body" sz="quarter" idx="37" hasCustomPrompt="1"/>
          </p:nvPr>
        </p:nvSpPr>
        <p:spPr>
          <a:xfrm>
            <a:off x="4632621" y="2832300"/>
            <a:ext cx="2160000" cy="508556"/>
          </a:xfrm>
        </p:spPr>
        <p:txBody>
          <a:bodyPr anchor="ctr">
            <a:noAutofit/>
          </a:bodyPr>
          <a:lstStyle>
            <a:lvl1pPr algn="ctr">
              <a:lnSpc>
                <a:spcPct val="100000"/>
              </a:lnSpc>
              <a:spcBef>
                <a:spcPts val="0"/>
              </a:spcBef>
              <a:defRPr sz="4000" b="1">
                <a:solidFill>
                  <a:schemeClr val="tx1"/>
                </a:solidFill>
                <a:latin typeface="+mj-lt"/>
              </a:defRPr>
            </a:lvl1pPr>
          </a:lstStyle>
          <a:p>
            <a:pPr lvl="0"/>
            <a:r>
              <a:rPr lang="en-US" dirty="0"/>
              <a:t>xx%</a:t>
            </a:r>
          </a:p>
        </p:txBody>
      </p:sp>
      <p:sp>
        <p:nvSpPr>
          <p:cNvPr id="16" name="Rectangle 15">
            <a:extLst>
              <a:ext uri="{FF2B5EF4-FFF2-40B4-BE49-F238E27FC236}">
                <a16:creationId xmlns:a16="http://schemas.microsoft.com/office/drawing/2014/main" id="{798D0F61-9480-5FE8-73A7-CD21CFA33EF7}"/>
              </a:ext>
            </a:extLst>
          </p:cNvPr>
          <p:cNvSpPr/>
          <p:nvPr userDrawn="1"/>
        </p:nvSpPr>
        <p:spPr>
          <a:xfrm>
            <a:off x="8539276" y="2186578"/>
            <a:ext cx="1800000" cy="1800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 name="Text Placeholder 7">
            <a:extLst>
              <a:ext uri="{FF2B5EF4-FFF2-40B4-BE49-F238E27FC236}">
                <a16:creationId xmlns:a16="http://schemas.microsoft.com/office/drawing/2014/main" id="{BE3540BB-D913-0646-8728-E7AB0F17048A}"/>
              </a:ext>
            </a:extLst>
          </p:cNvPr>
          <p:cNvSpPr>
            <a:spLocks noGrp="1"/>
          </p:cNvSpPr>
          <p:nvPr>
            <p:ph type="body" sz="quarter" idx="39"/>
          </p:nvPr>
        </p:nvSpPr>
        <p:spPr>
          <a:xfrm>
            <a:off x="8226903" y="4853875"/>
            <a:ext cx="2424746" cy="1420361"/>
          </a:xfrm>
        </p:spPr>
        <p:txBody>
          <a:bodyPr>
            <a:noAutofit/>
          </a:bodyPr>
          <a:lstStyle>
            <a:lvl1pPr algn="ctr">
              <a:lnSpc>
                <a:spcPct val="100000"/>
              </a:lnSpc>
              <a:spcBef>
                <a:spcPts val="0"/>
              </a:spcBef>
              <a:defRPr sz="1600" b="0">
                <a:solidFill>
                  <a:schemeClr val="tx2"/>
                </a:solidFill>
              </a:defRPr>
            </a:lvl1pPr>
            <a:lvl2pPr>
              <a:spcBef>
                <a:spcPts val="400"/>
              </a:spcBef>
              <a:defRPr/>
            </a:lvl2pPr>
            <a:lvl3pPr>
              <a:spcBef>
                <a:spcPts val="400"/>
              </a:spcBef>
              <a:defRPr/>
            </a:lvl3pPr>
            <a:lvl4pPr>
              <a:spcBef>
                <a:spcPts val="400"/>
              </a:spcBef>
              <a:defRPr/>
            </a:lvl4pPr>
            <a:lvl5pPr>
              <a:spcBef>
                <a:spcPts val="400"/>
              </a:spcBef>
              <a:defRPr/>
            </a:lvl5pPr>
          </a:lstStyle>
          <a:p>
            <a:pPr lvl="0"/>
            <a:r>
              <a:rPr lang="en-US" dirty="0"/>
              <a:t>Click to edit Master text styles</a:t>
            </a:r>
          </a:p>
        </p:txBody>
      </p:sp>
      <p:sp>
        <p:nvSpPr>
          <p:cNvPr id="18" name="Text Placeholder 6">
            <a:extLst>
              <a:ext uri="{FF2B5EF4-FFF2-40B4-BE49-F238E27FC236}">
                <a16:creationId xmlns:a16="http://schemas.microsoft.com/office/drawing/2014/main" id="{B912D410-7417-E99D-1752-8AA34D24DFF7}"/>
              </a:ext>
            </a:extLst>
          </p:cNvPr>
          <p:cNvSpPr>
            <a:spLocks noGrp="1"/>
          </p:cNvSpPr>
          <p:nvPr>
            <p:ph type="body" sz="quarter" idx="40" hasCustomPrompt="1"/>
          </p:nvPr>
        </p:nvSpPr>
        <p:spPr>
          <a:xfrm>
            <a:off x="8226903" y="4449956"/>
            <a:ext cx="2424746" cy="369600"/>
          </a:xfrm>
        </p:spPr>
        <p:txBody>
          <a:bodyPr anchor="ctr">
            <a:noAutofit/>
          </a:bodyPr>
          <a:lstStyle>
            <a:lvl1pPr algn="ctr">
              <a:lnSpc>
                <a:spcPct val="100000"/>
              </a:lnSpc>
              <a:spcBef>
                <a:spcPts val="0"/>
              </a:spcBef>
              <a:defRPr sz="1800" b="1">
                <a:solidFill>
                  <a:schemeClr val="tx2"/>
                </a:solidFill>
              </a:defRPr>
            </a:lvl1pPr>
          </a:lstStyle>
          <a:p>
            <a:pPr lvl="0"/>
            <a:r>
              <a:rPr lang="en-US" dirty="0"/>
              <a:t>Click to edit master</a:t>
            </a:r>
          </a:p>
        </p:txBody>
      </p:sp>
      <p:sp>
        <p:nvSpPr>
          <p:cNvPr id="19" name="Text Placeholder 6">
            <a:extLst>
              <a:ext uri="{FF2B5EF4-FFF2-40B4-BE49-F238E27FC236}">
                <a16:creationId xmlns:a16="http://schemas.microsoft.com/office/drawing/2014/main" id="{0EAF47BE-738B-80F2-A249-F1882B99E371}"/>
              </a:ext>
            </a:extLst>
          </p:cNvPr>
          <p:cNvSpPr>
            <a:spLocks noGrp="1"/>
          </p:cNvSpPr>
          <p:nvPr>
            <p:ph type="body" sz="quarter" idx="42" hasCustomPrompt="1"/>
          </p:nvPr>
        </p:nvSpPr>
        <p:spPr>
          <a:xfrm>
            <a:off x="8539276" y="2832300"/>
            <a:ext cx="1800000" cy="508556"/>
          </a:xfrm>
        </p:spPr>
        <p:txBody>
          <a:bodyPr anchor="ctr">
            <a:noAutofit/>
          </a:bodyPr>
          <a:lstStyle>
            <a:lvl1pPr algn="ctr">
              <a:lnSpc>
                <a:spcPct val="100000"/>
              </a:lnSpc>
              <a:spcBef>
                <a:spcPts val="0"/>
              </a:spcBef>
              <a:defRPr sz="2800" b="1">
                <a:solidFill>
                  <a:schemeClr val="tx1"/>
                </a:solidFill>
                <a:latin typeface="+mj-lt"/>
              </a:defRPr>
            </a:lvl1pPr>
          </a:lstStyle>
          <a:p>
            <a:pPr lvl="0"/>
            <a:r>
              <a:rPr lang="en-US" dirty="0"/>
              <a:t>xx%</a:t>
            </a:r>
          </a:p>
        </p:txBody>
      </p:sp>
    </p:spTree>
    <p:extLst>
      <p:ext uri="{BB962C8B-B14F-4D97-AF65-F5344CB8AC3E}">
        <p14:creationId xmlns:p14="http://schemas.microsoft.com/office/powerpoint/2010/main" val="4000641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Market Size S10V2">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02D21D9-9852-EC0A-8344-595F2F6246F3}"/>
              </a:ext>
            </a:extLst>
          </p:cNvPr>
          <p:cNvSpPr>
            <a:spLocks noGrp="1"/>
          </p:cNvSpPr>
          <p:nvPr>
            <p:ph type="title"/>
          </p:nvPr>
        </p:nvSpPr>
        <p:spPr>
          <a:xfrm>
            <a:off x="587375" y="584201"/>
            <a:ext cx="11017248" cy="798639"/>
          </a:xfrm>
          <a:prstGeom prst="rect">
            <a:avLst/>
          </a:prstGeom>
        </p:spPr>
        <p:txBody>
          <a:bodyPr anchor="t">
            <a:noAutofit/>
          </a:bodyPr>
          <a:lstStyle>
            <a:lvl1pPr>
              <a:defRPr>
                <a:solidFill>
                  <a:schemeClr val="tx2"/>
                </a:solidFill>
              </a:defRPr>
            </a:lvl1pPr>
          </a:lstStyle>
          <a:p>
            <a:r>
              <a:rPr lang="en-US" dirty="0"/>
              <a:t>Click to edit Master title style</a:t>
            </a:r>
            <a:endParaRPr lang="en-ID" dirty="0"/>
          </a:p>
        </p:txBody>
      </p:sp>
      <p:sp>
        <p:nvSpPr>
          <p:cNvPr id="8" name="Rectangle 7">
            <a:extLst>
              <a:ext uri="{FF2B5EF4-FFF2-40B4-BE49-F238E27FC236}">
                <a16:creationId xmlns:a16="http://schemas.microsoft.com/office/drawing/2014/main" id="{8499B442-CE86-9A64-3E17-70A2DB2AD397}"/>
              </a:ext>
            </a:extLst>
          </p:cNvPr>
          <p:cNvSpPr/>
          <p:nvPr userDrawn="1"/>
        </p:nvSpPr>
        <p:spPr>
          <a:xfrm>
            <a:off x="727075" y="1801405"/>
            <a:ext cx="4056062" cy="405606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9" name="Text Placeholder 7">
            <a:extLst>
              <a:ext uri="{FF2B5EF4-FFF2-40B4-BE49-F238E27FC236}">
                <a16:creationId xmlns:a16="http://schemas.microsoft.com/office/drawing/2014/main" id="{09C7926B-E4E3-D64C-8BEE-8D0782EB1399}"/>
              </a:ext>
            </a:extLst>
          </p:cNvPr>
          <p:cNvSpPr>
            <a:spLocks noGrp="1"/>
          </p:cNvSpPr>
          <p:nvPr>
            <p:ph type="body" sz="quarter" idx="19"/>
          </p:nvPr>
        </p:nvSpPr>
        <p:spPr>
          <a:xfrm>
            <a:off x="5011686" y="2205324"/>
            <a:ext cx="5281136" cy="792000"/>
          </a:xfrm>
        </p:spPr>
        <p:txBody>
          <a:bodyPr>
            <a:noAutofit/>
          </a:bodyPr>
          <a:lstStyle>
            <a:lvl1pPr algn="l">
              <a:lnSpc>
                <a:spcPct val="100000"/>
              </a:lnSpc>
              <a:spcBef>
                <a:spcPts val="0"/>
              </a:spcBef>
              <a:defRPr sz="1600" b="0">
                <a:solidFill>
                  <a:schemeClr val="tx2"/>
                </a:solidFill>
              </a:defRPr>
            </a:lvl1pPr>
            <a:lvl2pPr>
              <a:spcBef>
                <a:spcPts val="400"/>
              </a:spcBef>
              <a:defRPr/>
            </a:lvl2pPr>
            <a:lvl3pPr>
              <a:spcBef>
                <a:spcPts val="400"/>
              </a:spcBef>
              <a:defRPr/>
            </a:lvl3pPr>
            <a:lvl4pPr>
              <a:spcBef>
                <a:spcPts val="400"/>
              </a:spcBef>
              <a:defRPr/>
            </a:lvl4pPr>
            <a:lvl5pPr>
              <a:spcBef>
                <a:spcPts val="400"/>
              </a:spcBef>
              <a:defRPr/>
            </a:lvl5pPr>
          </a:lstStyle>
          <a:p>
            <a:pPr lvl="0"/>
            <a:r>
              <a:rPr lang="en-US" dirty="0"/>
              <a:t>Click to edit Master text styles</a:t>
            </a:r>
          </a:p>
        </p:txBody>
      </p:sp>
      <p:sp>
        <p:nvSpPr>
          <p:cNvPr id="10" name="Text Placeholder 6">
            <a:extLst>
              <a:ext uri="{FF2B5EF4-FFF2-40B4-BE49-F238E27FC236}">
                <a16:creationId xmlns:a16="http://schemas.microsoft.com/office/drawing/2014/main" id="{89CDE1B1-9FEE-B93F-8441-DF5B645059CF}"/>
              </a:ext>
            </a:extLst>
          </p:cNvPr>
          <p:cNvSpPr>
            <a:spLocks noGrp="1"/>
          </p:cNvSpPr>
          <p:nvPr>
            <p:ph type="body" sz="quarter" idx="20" hasCustomPrompt="1"/>
          </p:nvPr>
        </p:nvSpPr>
        <p:spPr>
          <a:xfrm>
            <a:off x="5011686" y="1801405"/>
            <a:ext cx="5281136" cy="369600"/>
          </a:xfrm>
        </p:spPr>
        <p:txBody>
          <a:bodyPr anchor="ctr">
            <a:noAutofit/>
          </a:bodyPr>
          <a:lstStyle>
            <a:lvl1pPr algn="l">
              <a:lnSpc>
                <a:spcPct val="100000"/>
              </a:lnSpc>
              <a:spcBef>
                <a:spcPts val="0"/>
              </a:spcBef>
              <a:defRPr sz="1800" b="1">
                <a:solidFill>
                  <a:schemeClr val="tx2"/>
                </a:solidFill>
              </a:defRPr>
            </a:lvl1pPr>
          </a:lstStyle>
          <a:p>
            <a:pPr lvl="0"/>
            <a:r>
              <a:rPr lang="en-US" dirty="0"/>
              <a:t>Click to edit master</a:t>
            </a:r>
          </a:p>
        </p:txBody>
      </p:sp>
      <p:sp>
        <p:nvSpPr>
          <p:cNvPr id="11" name="Text Placeholder 6">
            <a:extLst>
              <a:ext uri="{FF2B5EF4-FFF2-40B4-BE49-F238E27FC236}">
                <a16:creationId xmlns:a16="http://schemas.microsoft.com/office/drawing/2014/main" id="{18B54956-85CA-9AE4-AEEB-99FC599DE63E}"/>
              </a:ext>
            </a:extLst>
          </p:cNvPr>
          <p:cNvSpPr>
            <a:spLocks noGrp="1"/>
          </p:cNvSpPr>
          <p:nvPr>
            <p:ph type="body" sz="quarter" idx="33" hasCustomPrompt="1"/>
          </p:nvPr>
        </p:nvSpPr>
        <p:spPr>
          <a:xfrm>
            <a:off x="1833881" y="2104647"/>
            <a:ext cx="1842450" cy="508556"/>
          </a:xfrm>
        </p:spPr>
        <p:txBody>
          <a:bodyPr anchor="ctr">
            <a:noAutofit/>
          </a:bodyPr>
          <a:lstStyle>
            <a:lvl1pPr algn="ctr">
              <a:lnSpc>
                <a:spcPct val="100000"/>
              </a:lnSpc>
              <a:spcBef>
                <a:spcPts val="0"/>
              </a:spcBef>
              <a:defRPr sz="3600" b="1">
                <a:solidFill>
                  <a:schemeClr val="tx1"/>
                </a:solidFill>
                <a:latin typeface="+mj-lt"/>
              </a:defRPr>
            </a:lvl1pPr>
          </a:lstStyle>
          <a:p>
            <a:pPr lvl="0"/>
            <a:r>
              <a:rPr lang="en-US" dirty="0"/>
              <a:t>xx%</a:t>
            </a:r>
          </a:p>
        </p:txBody>
      </p:sp>
      <p:sp>
        <p:nvSpPr>
          <p:cNvPr id="12" name="Rectangle 11">
            <a:extLst>
              <a:ext uri="{FF2B5EF4-FFF2-40B4-BE49-F238E27FC236}">
                <a16:creationId xmlns:a16="http://schemas.microsoft.com/office/drawing/2014/main" id="{B98F6565-EC18-2F08-4E03-D0B92039C3D2}"/>
              </a:ext>
            </a:extLst>
          </p:cNvPr>
          <p:cNvSpPr/>
          <p:nvPr userDrawn="1"/>
        </p:nvSpPr>
        <p:spPr>
          <a:xfrm>
            <a:off x="1305725" y="2958705"/>
            <a:ext cx="2898762" cy="2898762"/>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3" name="Text Placeholder 7">
            <a:extLst>
              <a:ext uri="{FF2B5EF4-FFF2-40B4-BE49-F238E27FC236}">
                <a16:creationId xmlns:a16="http://schemas.microsoft.com/office/drawing/2014/main" id="{8BA85D8E-E1E1-2577-527A-291CEB93FAE5}"/>
              </a:ext>
            </a:extLst>
          </p:cNvPr>
          <p:cNvSpPr>
            <a:spLocks noGrp="1"/>
          </p:cNvSpPr>
          <p:nvPr>
            <p:ph type="body" sz="quarter" idx="35"/>
          </p:nvPr>
        </p:nvSpPr>
        <p:spPr>
          <a:xfrm>
            <a:off x="5011686" y="3635803"/>
            <a:ext cx="5281136" cy="792000"/>
          </a:xfrm>
        </p:spPr>
        <p:txBody>
          <a:bodyPr>
            <a:noAutofit/>
          </a:bodyPr>
          <a:lstStyle>
            <a:lvl1pPr algn="l">
              <a:lnSpc>
                <a:spcPct val="100000"/>
              </a:lnSpc>
              <a:spcBef>
                <a:spcPts val="0"/>
              </a:spcBef>
              <a:defRPr sz="1600" b="0">
                <a:solidFill>
                  <a:schemeClr val="tx2"/>
                </a:solidFill>
              </a:defRPr>
            </a:lvl1pPr>
            <a:lvl2pPr>
              <a:spcBef>
                <a:spcPts val="400"/>
              </a:spcBef>
              <a:defRPr/>
            </a:lvl2pPr>
            <a:lvl3pPr>
              <a:spcBef>
                <a:spcPts val="400"/>
              </a:spcBef>
              <a:defRPr/>
            </a:lvl3pPr>
            <a:lvl4pPr>
              <a:spcBef>
                <a:spcPts val="400"/>
              </a:spcBef>
              <a:defRPr/>
            </a:lvl4pPr>
            <a:lvl5pPr>
              <a:spcBef>
                <a:spcPts val="400"/>
              </a:spcBef>
              <a:defRPr/>
            </a:lvl5pPr>
          </a:lstStyle>
          <a:p>
            <a:pPr lvl="0"/>
            <a:r>
              <a:rPr lang="en-US" dirty="0"/>
              <a:t>Click to edit Master text styles</a:t>
            </a:r>
          </a:p>
        </p:txBody>
      </p:sp>
      <p:sp>
        <p:nvSpPr>
          <p:cNvPr id="14" name="Text Placeholder 6">
            <a:extLst>
              <a:ext uri="{FF2B5EF4-FFF2-40B4-BE49-F238E27FC236}">
                <a16:creationId xmlns:a16="http://schemas.microsoft.com/office/drawing/2014/main" id="{38B617C7-C8B1-5D84-0118-96FEACDC70ED}"/>
              </a:ext>
            </a:extLst>
          </p:cNvPr>
          <p:cNvSpPr>
            <a:spLocks noGrp="1"/>
          </p:cNvSpPr>
          <p:nvPr>
            <p:ph type="body" sz="quarter" idx="36" hasCustomPrompt="1"/>
          </p:nvPr>
        </p:nvSpPr>
        <p:spPr>
          <a:xfrm>
            <a:off x="5011686" y="3231884"/>
            <a:ext cx="5281136" cy="369600"/>
          </a:xfrm>
        </p:spPr>
        <p:txBody>
          <a:bodyPr anchor="ctr">
            <a:noAutofit/>
          </a:bodyPr>
          <a:lstStyle>
            <a:lvl1pPr algn="l">
              <a:lnSpc>
                <a:spcPct val="100000"/>
              </a:lnSpc>
              <a:spcBef>
                <a:spcPts val="0"/>
              </a:spcBef>
              <a:defRPr sz="1800" b="1">
                <a:solidFill>
                  <a:schemeClr val="tx2"/>
                </a:solidFill>
              </a:defRPr>
            </a:lvl1pPr>
          </a:lstStyle>
          <a:p>
            <a:pPr lvl="0"/>
            <a:r>
              <a:rPr lang="en-US" dirty="0"/>
              <a:t>Click to edit master</a:t>
            </a:r>
          </a:p>
        </p:txBody>
      </p:sp>
      <p:sp>
        <p:nvSpPr>
          <p:cNvPr id="15" name="Text Placeholder 6">
            <a:extLst>
              <a:ext uri="{FF2B5EF4-FFF2-40B4-BE49-F238E27FC236}">
                <a16:creationId xmlns:a16="http://schemas.microsoft.com/office/drawing/2014/main" id="{CDAE93F7-E64F-9684-B6B0-B9F50985A062}"/>
              </a:ext>
            </a:extLst>
          </p:cNvPr>
          <p:cNvSpPr>
            <a:spLocks noGrp="1"/>
          </p:cNvSpPr>
          <p:nvPr>
            <p:ph type="body" sz="quarter" idx="37" hasCustomPrompt="1"/>
          </p:nvPr>
        </p:nvSpPr>
        <p:spPr>
          <a:xfrm>
            <a:off x="1833881" y="3129227"/>
            <a:ext cx="1842450" cy="508556"/>
          </a:xfrm>
        </p:spPr>
        <p:txBody>
          <a:bodyPr anchor="ctr">
            <a:noAutofit/>
          </a:bodyPr>
          <a:lstStyle>
            <a:lvl1pPr algn="ctr">
              <a:lnSpc>
                <a:spcPct val="100000"/>
              </a:lnSpc>
              <a:spcBef>
                <a:spcPts val="0"/>
              </a:spcBef>
              <a:defRPr sz="3200" b="1">
                <a:solidFill>
                  <a:schemeClr val="tx1"/>
                </a:solidFill>
                <a:latin typeface="+mj-lt"/>
              </a:defRPr>
            </a:lvl1pPr>
          </a:lstStyle>
          <a:p>
            <a:pPr lvl="0"/>
            <a:r>
              <a:rPr lang="en-US" dirty="0"/>
              <a:t>xx%</a:t>
            </a:r>
          </a:p>
        </p:txBody>
      </p:sp>
      <p:sp>
        <p:nvSpPr>
          <p:cNvPr id="16" name="Rectangle 15">
            <a:extLst>
              <a:ext uri="{FF2B5EF4-FFF2-40B4-BE49-F238E27FC236}">
                <a16:creationId xmlns:a16="http://schemas.microsoft.com/office/drawing/2014/main" id="{08F70647-6B11-F858-5FC4-BB50906AFDF5}"/>
              </a:ext>
            </a:extLst>
          </p:cNvPr>
          <p:cNvSpPr/>
          <p:nvPr userDrawn="1"/>
        </p:nvSpPr>
        <p:spPr>
          <a:xfrm>
            <a:off x="1833881" y="4015017"/>
            <a:ext cx="1842450" cy="1842450"/>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 name="Text Placeholder 7">
            <a:extLst>
              <a:ext uri="{FF2B5EF4-FFF2-40B4-BE49-F238E27FC236}">
                <a16:creationId xmlns:a16="http://schemas.microsoft.com/office/drawing/2014/main" id="{2452E3A7-D5F4-F52D-450F-9F87469B1E76}"/>
              </a:ext>
            </a:extLst>
          </p:cNvPr>
          <p:cNvSpPr>
            <a:spLocks noGrp="1"/>
          </p:cNvSpPr>
          <p:nvPr>
            <p:ph type="body" sz="quarter" idx="39"/>
          </p:nvPr>
        </p:nvSpPr>
        <p:spPr>
          <a:xfrm>
            <a:off x="5011686" y="5066283"/>
            <a:ext cx="5281136" cy="792000"/>
          </a:xfrm>
        </p:spPr>
        <p:txBody>
          <a:bodyPr>
            <a:noAutofit/>
          </a:bodyPr>
          <a:lstStyle>
            <a:lvl1pPr algn="l">
              <a:lnSpc>
                <a:spcPct val="100000"/>
              </a:lnSpc>
              <a:spcBef>
                <a:spcPts val="0"/>
              </a:spcBef>
              <a:defRPr sz="1600" b="0">
                <a:solidFill>
                  <a:schemeClr val="tx2"/>
                </a:solidFill>
              </a:defRPr>
            </a:lvl1pPr>
            <a:lvl2pPr>
              <a:spcBef>
                <a:spcPts val="400"/>
              </a:spcBef>
              <a:defRPr/>
            </a:lvl2pPr>
            <a:lvl3pPr>
              <a:spcBef>
                <a:spcPts val="400"/>
              </a:spcBef>
              <a:defRPr/>
            </a:lvl3pPr>
            <a:lvl4pPr>
              <a:spcBef>
                <a:spcPts val="400"/>
              </a:spcBef>
              <a:defRPr/>
            </a:lvl4pPr>
            <a:lvl5pPr>
              <a:spcBef>
                <a:spcPts val="400"/>
              </a:spcBef>
              <a:defRPr/>
            </a:lvl5pPr>
          </a:lstStyle>
          <a:p>
            <a:pPr lvl="0"/>
            <a:r>
              <a:rPr lang="en-US" dirty="0"/>
              <a:t>Click to edit Master text styles</a:t>
            </a:r>
          </a:p>
        </p:txBody>
      </p:sp>
      <p:sp>
        <p:nvSpPr>
          <p:cNvPr id="18" name="Text Placeholder 6">
            <a:extLst>
              <a:ext uri="{FF2B5EF4-FFF2-40B4-BE49-F238E27FC236}">
                <a16:creationId xmlns:a16="http://schemas.microsoft.com/office/drawing/2014/main" id="{F59151DF-A364-35E0-0518-D6F35C6B2CDA}"/>
              </a:ext>
            </a:extLst>
          </p:cNvPr>
          <p:cNvSpPr>
            <a:spLocks noGrp="1"/>
          </p:cNvSpPr>
          <p:nvPr>
            <p:ph type="body" sz="quarter" idx="40" hasCustomPrompt="1"/>
          </p:nvPr>
        </p:nvSpPr>
        <p:spPr>
          <a:xfrm>
            <a:off x="5011686" y="4662364"/>
            <a:ext cx="5281136" cy="369600"/>
          </a:xfrm>
        </p:spPr>
        <p:txBody>
          <a:bodyPr anchor="ctr">
            <a:noAutofit/>
          </a:bodyPr>
          <a:lstStyle>
            <a:lvl1pPr algn="l">
              <a:lnSpc>
                <a:spcPct val="100000"/>
              </a:lnSpc>
              <a:spcBef>
                <a:spcPts val="0"/>
              </a:spcBef>
              <a:defRPr sz="1800" b="1">
                <a:solidFill>
                  <a:schemeClr val="tx2"/>
                </a:solidFill>
              </a:defRPr>
            </a:lvl1pPr>
          </a:lstStyle>
          <a:p>
            <a:pPr lvl="0"/>
            <a:r>
              <a:rPr lang="en-US" dirty="0"/>
              <a:t>Click to edit master</a:t>
            </a:r>
          </a:p>
        </p:txBody>
      </p:sp>
      <p:sp>
        <p:nvSpPr>
          <p:cNvPr id="19" name="Text Placeholder 6">
            <a:extLst>
              <a:ext uri="{FF2B5EF4-FFF2-40B4-BE49-F238E27FC236}">
                <a16:creationId xmlns:a16="http://schemas.microsoft.com/office/drawing/2014/main" id="{2822E8B4-68B9-EDF3-CA15-23CEBF1B3C37}"/>
              </a:ext>
            </a:extLst>
          </p:cNvPr>
          <p:cNvSpPr>
            <a:spLocks noGrp="1"/>
          </p:cNvSpPr>
          <p:nvPr>
            <p:ph type="body" sz="quarter" idx="42" hasCustomPrompt="1"/>
          </p:nvPr>
        </p:nvSpPr>
        <p:spPr>
          <a:xfrm>
            <a:off x="1833881" y="4153808"/>
            <a:ext cx="1842450" cy="508556"/>
          </a:xfrm>
        </p:spPr>
        <p:txBody>
          <a:bodyPr anchor="ctr">
            <a:noAutofit/>
          </a:bodyPr>
          <a:lstStyle>
            <a:lvl1pPr algn="ctr">
              <a:lnSpc>
                <a:spcPct val="100000"/>
              </a:lnSpc>
              <a:spcBef>
                <a:spcPts val="0"/>
              </a:spcBef>
              <a:defRPr sz="2800" b="1">
                <a:solidFill>
                  <a:schemeClr val="tx1"/>
                </a:solidFill>
                <a:latin typeface="+mj-lt"/>
              </a:defRPr>
            </a:lvl1pPr>
          </a:lstStyle>
          <a:p>
            <a:pPr lvl="0"/>
            <a:r>
              <a:rPr lang="en-US" dirty="0"/>
              <a:t>xx%</a:t>
            </a:r>
          </a:p>
        </p:txBody>
      </p:sp>
    </p:spTree>
    <p:extLst>
      <p:ext uri="{BB962C8B-B14F-4D97-AF65-F5344CB8AC3E}">
        <p14:creationId xmlns:p14="http://schemas.microsoft.com/office/powerpoint/2010/main" val="3041729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9558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slideLayout" Target="../slideLayouts/slideLayout61.xml"/><Relationship Id="rId55" Type="http://schemas.openxmlformats.org/officeDocument/2006/relationships/slideLayout" Target="../slideLayouts/slideLayout66.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slideLayout" Target="../slideLayouts/slideLayout64.xml"/><Relationship Id="rId58" Type="http://schemas.openxmlformats.org/officeDocument/2006/relationships/slideLayout" Target="../slideLayouts/slideLayout69.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56" Type="http://schemas.openxmlformats.org/officeDocument/2006/relationships/slideLayout" Target="../slideLayouts/slideLayout67.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59" Type="http://schemas.openxmlformats.org/officeDocument/2006/relationships/theme" Target="../theme/theme2.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slideLayout" Target="../slideLayouts/slideLayout65.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57" Type="http://schemas.openxmlformats.org/officeDocument/2006/relationships/slideLayout" Target="../slideLayouts/slideLayout68.xml"/><Relationship Id="rId10" Type="http://schemas.openxmlformats.org/officeDocument/2006/relationships/slideLayout" Target="../slideLayouts/slideLayout21.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slideLayout" Target="../slideLayouts/slideLayout63.xml"/><Relationship Id="rId60"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38E7E3-BD16-D00D-C31C-36239AF663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9620BD8-2CA3-E580-6F72-5459381427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DCDA876-8065-35B2-7A0B-844BC9C4F3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8DD877-704B-489F-AD71-33B7B0663F28}" type="datetimeFigureOut">
              <a:rPr lang="en-GB" smtClean="0"/>
              <a:t>17/08/2025</a:t>
            </a:fld>
            <a:endParaRPr lang="en-GB"/>
          </a:p>
        </p:txBody>
      </p:sp>
      <p:sp>
        <p:nvSpPr>
          <p:cNvPr id="5" name="Footer Placeholder 4">
            <a:extLst>
              <a:ext uri="{FF2B5EF4-FFF2-40B4-BE49-F238E27FC236}">
                <a16:creationId xmlns:a16="http://schemas.microsoft.com/office/drawing/2014/main" id="{C5D85442-2443-190F-7DDF-927E84228A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B0610C3B-5BCC-9767-02C5-47015A882D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3742CE5-46F7-48C7-9706-F15A4261AF91}" type="slidenum">
              <a:rPr lang="en-GB" smtClean="0"/>
              <a:t>‹#›</a:t>
            </a:fld>
            <a:endParaRPr lang="en-GB"/>
          </a:p>
        </p:txBody>
      </p:sp>
    </p:spTree>
    <p:extLst>
      <p:ext uri="{BB962C8B-B14F-4D97-AF65-F5344CB8AC3E}">
        <p14:creationId xmlns:p14="http://schemas.microsoft.com/office/powerpoint/2010/main" val="16184951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8F8F8"/>
        </a:solidFill>
        <a:effectLst/>
      </p:bgPr>
    </p:bg>
    <p:spTree>
      <p:nvGrpSpPr>
        <p:cNvPr id="1" name=""/>
        <p:cNvGrpSpPr/>
        <p:nvPr/>
      </p:nvGrpSpPr>
      <p:grpSpPr>
        <a:xfrm>
          <a:off x="0" y="0"/>
          <a:ext cx="0" cy="0"/>
          <a:chOff x="0" y="0"/>
          <a:chExt cx="0" cy="0"/>
        </a:xfrm>
      </p:grpSpPr>
      <p:grpSp>
        <p:nvGrpSpPr>
          <p:cNvPr id="4" name="Group 3" hidden="1">
            <a:extLst>
              <a:ext uri="{FF2B5EF4-FFF2-40B4-BE49-F238E27FC236}">
                <a16:creationId xmlns:a16="http://schemas.microsoft.com/office/drawing/2014/main" id="{2B8E0697-403D-D5C2-0A51-9FA66EA1B72A}"/>
              </a:ext>
            </a:extLst>
          </p:cNvPr>
          <p:cNvGrpSpPr/>
          <p:nvPr userDrawn="1"/>
        </p:nvGrpSpPr>
        <p:grpSpPr>
          <a:xfrm>
            <a:off x="0" y="0"/>
            <a:ext cx="12192000" cy="6858000"/>
            <a:chOff x="0" y="0"/>
            <a:chExt cx="12192000" cy="6858000"/>
          </a:xfrm>
        </p:grpSpPr>
        <p:grpSp>
          <p:nvGrpSpPr>
            <p:cNvPr id="5" name="Group 4" hidden="1">
              <a:extLst>
                <a:ext uri="{FF2B5EF4-FFF2-40B4-BE49-F238E27FC236}">
                  <a16:creationId xmlns:a16="http://schemas.microsoft.com/office/drawing/2014/main" id="{86F42B89-FE7C-D214-D9AE-FB7CA0DF9F80}"/>
                </a:ext>
              </a:extLst>
            </p:cNvPr>
            <p:cNvGrpSpPr/>
            <p:nvPr userDrawn="1"/>
          </p:nvGrpSpPr>
          <p:grpSpPr>
            <a:xfrm>
              <a:off x="0" y="0"/>
              <a:ext cx="12192000" cy="6858000"/>
              <a:chOff x="0" y="0"/>
              <a:chExt cx="5166360" cy="6858000"/>
            </a:xfrm>
            <a:noFill/>
          </p:grpSpPr>
          <p:sp>
            <p:nvSpPr>
              <p:cNvPr id="7" name="Rectangle 6" hidden="1">
                <a:extLst>
                  <a:ext uri="{FF2B5EF4-FFF2-40B4-BE49-F238E27FC236}">
                    <a16:creationId xmlns:a16="http://schemas.microsoft.com/office/drawing/2014/main" id="{6CC6AFB1-B75B-D588-7378-CBD591940046}"/>
                  </a:ext>
                </a:extLst>
              </p:cNvPr>
              <p:cNvSpPr/>
              <p:nvPr userDrawn="1"/>
            </p:nvSpPr>
            <p:spPr>
              <a:xfrm>
                <a:off x="0" y="0"/>
                <a:ext cx="861060" cy="6858000"/>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7" hidden="1">
                <a:extLst>
                  <a:ext uri="{FF2B5EF4-FFF2-40B4-BE49-F238E27FC236}">
                    <a16:creationId xmlns:a16="http://schemas.microsoft.com/office/drawing/2014/main" id="{F3DDA3D8-2647-1660-E9D3-9427081EDFEB}"/>
                  </a:ext>
                </a:extLst>
              </p:cNvPr>
              <p:cNvSpPr/>
              <p:nvPr userDrawn="1"/>
            </p:nvSpPr>
            <p:spPr>
              <a:xfrm>
                <a:off x="861060" y="0"/>
                <a:ext cx="861060" cy="6858000"/>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hidden="1">
                <a:extLst>
                  <a:ext uri="{FF2B5EF4-FFF2-40B4-BE49-F238E27FC236}">
                    <a16:creationId xmlns:a16="http://schemas.microsoft.com/office/drawing/2014/main" id="{71828DF8-3249-0C29-D169-015E44C92D46}"/>
                  </a:ext>
                </a:extLst>
              </p:cNvPr>
              <p:cNvSpPr/>
              <p:nvPr userDrawn="1"/>
            </p:nvSpPr>
            <p:spPr>
              <a:xfrm>
                <a:off x="1722120" y="0"/>
                <a:ext cx="861060" cy="6858000"/>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hidden="1">
                <a:extLst>
                  <a:ext uri="{FF2B5EF4-FFF2-40B4-BE49-F238E27FC236}">
                    <a16:creationId xmlns:a16="http://schemas.microsoft.com/office/drawing/2014/main" id="{267F813C-78EB-7AC8-FC45-4F562779C48F}"/>
                  </a:ext>
                </a:extLst>
              </p:cNvPr>
              <p:cNvSpPr/>
              <p:nvPr userDrawn="1"/>
            </p:nvSpPr>
            <p:spPr>
              <a:xfrm>
                <a:off x="2583180" y="0"/>
                <a:ext cx="861060" cy="6858000"/>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hidden="1">
                <a:extLst>
                  <a:ext uri="{FF2B5EF4-FFF2-40B4-BE49-F238E27FC236}">
                    <a16:creationId xmlns:a16="http://schemas.microsoft.com/office/drawing/2014/main" id="{B324A7B6-279A-79F0-ABCB-3E16D381375E}"/>
                  </a:ext>
                </a:extLst>
              </p:cNvPr>
              <p:cNvSpPr/>
              <p:nvPr userDrawn="1"/>
            </p:nvSpPr>
            <p:spPr>
              <a:xfrm>
                <a:off x="3444240" y="0"/>
                <a:ext cx="861060" cy="6858000"/>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hidden="1">
                <a:extLst>
                  <a:ext uri="{FF2B5EF4-FFF2-40B4-BE49-F238E27FC236}">
                    <a16:creationId xmlns:a16="http://schemas.microsoft.com/office/drawing/2014/main" id="{1526923E-7413-7340-99E3-DA0A4840EBD8}"/>
                  </a:ext>
                </a:extLst>
              </p:cNvPr>
              <p:cNvSpPr/>
              <p:nvPr userDrawn="1"/>
            </p:nvSpPr>
            <p:spPr>
              <a:xfrm>
                <a:off x="4305300" y="0"/>
                <a:ext cx="861060" cy="6858000"/>
              </a:xfrm>
              <a:prstGeom prst="rect">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6" name="Frame 5" hidden="1">
              <a:extLst>
                <a:ext uri="{FF2B5EF4-FFF2-40B4-BE49-F238E27FC236}">
                  <a16:creationId xmlns:a16="http://schemas.microsoft.com/office/drawing/2014/main" id="{FDF64820-FEB4-D058-0017-D1278CF90449}"/>
                </a:ext>
              </a:extLst>
            </p:cNvPr>
            <p:cNvSpPr/>
            <p:nvPr userDrawn="1"/>
          </p:nvSpPr>
          <p:spPr>
            <a:xfrm>
              <a:off x="0" y="0"/>
              <a:ext cx="12192000" cy="6858000"/>
            </a:xfrm>
            <a:prstGeom prst="frame">
              <a:avLst>
                <a:gd name="adj1" fmla="val 861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sp>
        <p:nvSpPr>
          <p:cNvPr id="2" name="Title Placeholder 1">
            <a:extLst>
              <a:ext uri="{FF2B5EF4-FFF2-40B4-BE49-F238E27FC236}">
                <a16:creationId xmlns:a16="http://schemas.microsoft.com/office/drawing/2014/main" id="{03ECAB1D-7C61-B1A0-AB2C-B508F78900A7}"/>
              </a:ext>
            </a:extLst>
          </p:cNvPr>
          <p:cNvSpPr>
            <a:spLocks noGrp="1"/>
          </p:cNvSpPr>
          <p:nvPr>
            <p:ph type="title"/>
          </p:nvPr>
        </p:nvSpPr>
        <p:spPr>
          <a:xfrm>
            <a:off x="550862" y="549275"/>
            <a:ext cx="11090276" cy="1325563"/>
          </a:xfrm>
          <a:prstGeom prst="rect">
            <a:avLst/>
          </a:prstGeom>
        </p:spPr>
        <p:txBody>
          <a:bodyPr vert="horz" lIns="91440" tIns="45720" rIns="91440" bIns="45720" rtlCol="0" anchor="ctr">
            <a:noAutofit/>
          </a:bodyPr>
          <a:lstStyle/>
          <a:p>
            <a:r>
              <a:rPr lang="en-US" dirty="0"/>
              <a:t>Click to edit Master title style</a:t>
            </a:r>
            <a:endParaRPr lang="en-ID" dirty="0"/>
          </a:p>
        </p:txBody>
      </p:sp>
      <p:sp>
        <p:nvSpPr>
          <p:cNvPr id="3" name="Text Placeholder 2">
            <a:extLst>
              <a:ext uri="{FF2B5EF4-FFF2-40B4-BE49-F238E27FC236}">
                <a16:creationId xmlns:a16="http://schemas.microsoft.com/office/drawing/2014/main" id="{9FD98A34-8A43-A6AC-9593-C4AE4F032ACD}"/>
              </a:ext>
            </a:extLst>
          </p:cNvPr>
          <p:cNvSpPr>
            <a:spLocks noGrp="1"/>
          </p:cNvSpPr>
          <p:nvPr>
            <p:ph type="body" idx="1"/>
          </p:nvPr>
        </p:nvSpPr>
        <p:spPr>
          <a:xfrm>
            <a:off x="550862" y="1874838"/>
            <a:ext cx="11090276" cy="4433887"/>
          </a:xfrm>
          <a:prstGeom prst="rect">
            <a:avLst/>
          </a:prstGeom>
        </p:spPr>
        <p:txBody>
          <a:bodyPr vert="horz" lIns="91440" tIns="45720" rIns="91440" bIns="45720" rtlCol="0">
            <a:noAutofit/>
          </a:bodyPr>
          <a:lstStyle/>
          <a:p>
            <a:pPr lvl="0"/>
            <a:r>
              <a:rPr lang="en-US" dirty="0"/>
              <a:t>Click to edit Master text styles</a:t>
            </a:r>
          </a:p>
          <a:p>
            <a:pPr lvl="1"/>
            <a:r>
              <a:rPr lang="en-US" dirty="0"/>
              <a:t>Click to edit Master text styles</a:t>
            </a:r>
          </a:p>
          <a:p>
            <a:pPr lvl="2"/>
            <a:r>
              <a:rPr lang="en-US" dirty="0"/>
              <a:t>Third level</a:t>
            </a:r>
          </a:p>
          <a:p>
            <a:pPr lvl="3"/>
            <a:r>
              <a:rPr lang="en-US" dirty="0"/>
              <a:t>Fourth level</a:t>
            </a:r>
          </a:p>
          <a:p>
            <a:pPr lvl="4"/>
            <a:r>
              <a:rPr lang="en-US" dirty="0"/>
              <a:t>Fifth level</a:t>
            </a:r>
            <a:endParaRPr lang="en-ID" dirty="0"/>
          </a:p>
        </p:txBody>
      </p:sp>
      <p:sp>
        <p:nvSpPr>
          <p:cNvPr id="16" name="Date Placeholder 3">
            <a:extLst>
              <a:ext uri="{FF2B5EF4-FFF2-40B4-BE49-F238E27FC236}">
                <a16:creationId xmlns:a16="http://schemas.microsoft.com/office/drawing/2014/main" id="{56C520CE-2FA4-7F71-C10F-D220828508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olidFill>
              </a:defRPr>
            </a:lvl1pPr>
          </a:lstStyle>
          <a:p>
            <a:fld id="{FE8002D4-4699-435C-A15E-734005EB7AFA}" type="datetimeFigureOut">
              <a:rPr lang="en-GB" smtClean="0"/>
              <a:pPr/>
              <a:t>17/08/2025</a:t>
            </a:fld>
            <a:endParaRPr lang="en-GB"/>
          </a:p>
        </p:txBody>
      </p:sp>
      <p:sp>
        <p:nvSpPr>
          <p:cNvPr id="17" name="Footer Placeholder 4">
            <a:extLst>
              <a:ext uri="{FF2B5EF4-FFF2-40B4-BE49-F238E27FC236}">
                <a16:creationId xmlns:a16="http://schemas.microsoft.com/office/drawing/2014/main" id="{2E5F39FB-A07F-6ED0-91F8-E0D9957CFD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olidFill>
              </a:defRPr>
            </a:lvl1pPr>
          </a:lstStyle>
          <a:p>
            <a:endParaRPr lang="en-GB"/>
          </a:p>
        </p:txBody>
      </p:sp>
      <p:sp>
        <p:nvSpPr>
          <p:cNvPr id="18" name="Slide Number Placeholder 5">
            <a:extLst>
              <a:ext uri="{FF2B5EF4-FFF2-40B4-BE49-F238E27FC236}">
                <a16:creationId xmlns:a16="http://schemas.microsoft.com/office/drawing/2014/main" id="{5D0D2A8C-5001-ED83-7BA6-5F382DFF07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olidFill>
              </a:defRPr>
            </a:lvl1pPr>
          </a:lstStyle>
          <a:p>
            <a:fld id="{9B8CCFF5-5E46-46BD-B5F9-D4D844B4C9EE}" type="slidenum">
              <a:rPr lang="en-GB" smtClean="0"/>
              <a:pPr/>
              <a:t>‹#›</a:t>
            </a:fld>
            <a:endParaRPr lang="en-GB" dirty="0"/>
          </a:p>
        </p:txBody>
      </p:sp>
      <p:pic>
        <p:nvPicPr>
          <p:cNvPr id="8" name="Picture 7">
            <a:extLst>
              <a:ext uri="{FF2B5EF4-FFF2-40B4-BE49-F238E27FC236}">
                <a16:creationId xmlns:a16="http://schemas.microsoft.com/office/drawing/2014/main" id="{68E88FD4-43FA-F80D-DA99-3B57A0B99735}"/>
              </a:ext>
            </a:extLst>
          </p:cNvPr>
          <p:cNvPicPr>
            <a:picLocks noChangeAspect="1"/>
          </p:cNvPicPr>
          <p:nvPr userDrawn="1"/>
        </p:nvPicPr>
        <p:blipFill>
          <a:blip r:embed="rId60">
            <a:extLst>
              <a:ext uri="{28A0092B-C50C-407E-A947-70E740481C1C}">
                <a14:useLocalDpi xmlns:a14="http://schemas.microsoft.com/office/drawing/2010/main" val="0"/>
              </a:ext>
            </a:extLst>
          </a:blip>
          <a:stretch>
            <a:fillRect/>
          </a:stretch>
        </p:blipFill>
        <p:spPr>
          <a:xfrm>
            <a:off x="8870201" y="6377199"/>
            <a:ext cx="2543175" cy="457200"/>
          </a:xfrm>
          <a:prstGeom prst="rect">
            <a:avLst/>
          </a:prstGeom>
        </p:spPr>
      </p:pic>
    </p:spTree>
    <p:extLst>
      <p:ext uri="{BB962C8B-B14F-4D97-AF65-F5344CB8AC3E}">
        <p14:creationId xmlns:p14="http://schemas.microsoft.com/office/powerpoint/2010/main" val="3486867614"/>
      </p:ext>
    </p:extLst>
  </p:cSld>
  <p:clrMap bg1="lt1" tx1="dk1" bg2="lt2" tx2="dk2" accent1="accent1" accent2="accent2" accent3="accent3" accent4="accent4" accent5="accent5" accent6="accent6" hlink="hlink" folHlink="folHlink"/>
  <p:sldLayoutIdLst>
    <p:sldLayoutId id="2147483794" r:id="rId1"/>
    <p:sldLayoutId id="2147483909" r:id="rId2"/>
    <p:sldLayoutId id="2147483910" r:id="rId3"/>
    <p:sldLayoutId id="2147483857" r:id="rId4"/>
    <p:sldLayoutId id="2147483875" r:id="rId5"/>
    <p:sldLayoutId id="2147483912" r:id="rId6"/>
    <p:sldLayoutId id="2147483880" r:id="rId7"/>
    <p:sldLayoutId id="2147483903" r:id="rId8"/>
    <p:sldLayoutId id="2147483913" r:id="rId9"/>
    <p:sldLayoutId id="2147483911" r:id="rId10"/>
    <p:sldLayoutId id="2147483914" r:id="rId11"/>
    <p:sldLayoutId id="2147483901" r:id="rId12"/>
    <p:sldLayoutId id="2147483902" r:id="rId13"/>
    <p:sldLayoutId id="2147483915" r:id="rId14"/>
    <p:sldLayoutId id="2147483900" r:id="rId15"/>
    <p:sldLayoutId id="2147483916" r:id="rId16"/>
    <p:sldLayoutId id="2147483917" r:id="rId17"/>
    <p:sldLayoutId id="2147483918" r:id="rId18"/>
    <p:sldLayoutId id="2147483921" r:id="rId19"/>
    <p:sldLayoutId id="2147483920" r:id="rId20"/>
    <p:sldLayoutId id="2147483922" r:id="rId21"/>
    <p:sldLayoutId id="2147483923" r:id="rId22"/>
    <p:sldLayoutId id="2147483805" r:id="rId23"/>
    <p:sldLayoutId id="2147483895" r:id="rId24"/>
    <p:sldLayoutId id="2147483876" r:id="rId25"/>
    <p:sldLayoutId id="2147483869" r:id="rId26"/>
    <p:sldLayoutId id="2147483870" r:id="rId27"/>
    <p:sldLayoutId id="2147483872" r:id="rId28"/>
    <p:sldLayoutId id="2147483873" r:id="rId29"/>
    <p:sldLayoutId id="2147483877" r:id="rId30"/>
    <p:sldLayoutId id="2147483878" r:id="rId31"/>
    <p:sldLayoutId id="2147483871" r:id="rId32"/>
    <p:sldLayoutId id="2147483879" r:id="rId33"/>
    <p:sldLayoutId id="2147483874" r:id="rId34"/>
    <p:sldLayoutId id="2147483896" r:id="rId35"/>
    <p:sldLayoutId id="2147483897" r:id="rId36"/>
    <p:sldLayoutId id="2147483889" r:id="rId37"/>
    <p:sldLayoutId id="2147483908" r:id="rId38"/>
    <p:sldLayoutId id="2147483886" r:id="rId39"/>
    <p:sldLayoutId id="2147483892" r:id="rId40"/>
    <p:sldLayoutId id="2147483893" r:id="rId41"/>
    <p:sldLayoutId id="2147483898" r:id="rId42"/>
    <p:sldLayoutId id="2147483899" r:id="rId43"/>
    <p:sldLayoutId id="2147483894" r:id="rId44"/>
    <p:sldLayoutId id="2147483881" r:id="rId45"/>
    <p:sldLayoutId id="2147483884" r:id="rId46"/>
    <p:sldLayoutId id="2147483883" r:id="rId47"/>
    <p:sldLayoutId id="2147483904" r:id="rId48"/>
    <p:sldLayoutId id="2147483905" r:id="rId49"/>
    <p:sldLayoutId id="2147483906" r:id="rId50"/>
    <p:sldLayoutId id="2147483907" r:id="rId51"/>
    <p:sldLayoutId id="2147483890" r:id="rId52"/>
    <p:sldLayoutId id="2147483891" r:id="rId53"/>
    <p:sldLayoutId id="2147483888" r:id="rId54"/>
    <p:sldLayoutId id="2147483887" r:id="rId55"/>
    <p:sldLayoutId id="2147483924" r:id="rId56"/>
    <p:sldLayoutId id="2147483925" r:id="rId57"/>
    <p:sldLayoutId id="2147483926" r:id="rId5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377" rtl="0" eaLnBrk="1" latinLnBrk="0" hangingPunct="1">
        <a:lnSpc>
          <a:spcPct val="90000"/>
        </a:lnSpc>
        <a:spcBef>
          <a:spcPct val="0"/>
        </a:spcBef>
        <a:buNone/>
        <a:defRPr sz="4400" kern="1200">
          <a:solidFill>
            <a:schemeClr val="tx1">
              <a:lumMod val="85000"/>
              <a:lumOff val="15000"/>
            </a:schemeClr>
          </a:solidFill>
          <a:latin typeface="+mj-lt"/>
          <a:ea typeface="+mj-ea"/>
          <a:cs typeface="+mj-cs"/>
        </a:defRPr>
      </a:lvl1pPr>
    </p:titleStyle>
    <p:bodyStyle>
      <a:lvl1pPr marL="0" indent="0" algn="l" defTabSz="914377" rtl="0" eaLnBrk="1" latinLnBrk="0" hangingPunct="1">
        <a:lnSpc>
          <a:spcPct val="120000"/>
        </a:lnSpc>
        <a:spcBef>
          <a:spcPts val="1000"/>
        </a:spcBef>
        <a:buFont typeface="Arial" panose="020B0604020202020204" pitchFamily="34" charset="0"/>
        <a:buNone/>
        <a:defRPr sz="1200" b="1" kern="1200">
          <a:solidFill>
            <a:schemeClr val="tx1">
              <a:lumMod val="85000"/>
              <a:lumOff val="15000"/>
            </a:schemeClr>
          </a:solidFill>
          <a:latin typeface="+mn-lt"/>
          <a:ea typeface="+mn-ea"/>
          <a:cs typeface="+mn-cs"/>
        </a:defRPr>
      </a:lvl1pPr>
      <a:lvl2pPr marL="457189" indent="0" algn="l" defTabSz="914377" rtl="0" eaLnBrk="1" latinLnBrk="0" hangingPunct="1">
        <a:lnSpc>
          <a:spcPct val="120000"/>
        </a:lnSpc>
        <a:spcBef>
          <a:spcPts val="500"/>
        </a:spcBef>
        <a:buFont typeface="Arial" panose="020B0604020202020204" pitchFamily="34" charset="0"/>
        <a:buNone/>
        <a:defRPr sz="1100" kern="1200">
          <a:solidFill>
            <a:schemeClr val="tx1">
              <a:lumMod val="85000"/>
              <a:lumOff val="15000"/>
            </a:schemeClr>
          </a:solidFill>
          <a:latin typeface="+mn-lt"/>
          <a:ea typeface="+mn-ea"/>
          <a:cs typeface="+mn-cs"/>
        </a:defRPr>
      </a:lvl2pPr>
      <a:lvl3pPr marL="914377" indent="0" algn="l" defTabSz="914377" rtl="0" eaLnBrk="1" latinLnBrk="0" hangingPunct="1">
        <a:lnSpc>
          <a:spcPct val="120000"/>
        </a:lnSpc>
        <a:spcBef>
          <a:spcPts val="500"/>
        </a:spcBef>
        <a:buFont typeface="Arial" panose="020B0604020202020204" pitchFamily="34" charset="0"/>
        <a:buNone/>
        <a:defRPr sz="1050" kern="1200">
          <a:solidFill>
            <a:schemeClr val="tx1">
              <a:lumMod val="85000"/>
              <a:lumOff val="15000"/>
            </a:schemeClr>
          </a:solidFill>
          <a:latin typeface="+mn-lt"/>
          <a:ea typeface="+mn-ea"/>
          <a:cs typeface="+mn-cs"/>
        </a:defRPr>
      </a:lvl3pPr>
      <a:lvl4pPr marL="1371566" indent="0" algn="l" defTabSz="914377" rtl="0" eaLnBrk="1" latinLnBrk="0" hangingPunct="1">
        <a:lnSpc>
          <a:spcPct val="120000"/>
        </a:lnSpc>
        <a:spcBef>
          <a:spcPts val="500"/>
        </a:spcBef>
        <a:buFont typeface="Arial" panose="020B0604020202020204" pitchFamily="34" charset="0"/>
        <a:buNone/>
        <a:defRPr sz="1000" kern="1200">
          <a:solidFill>
            <a:schemeClr val="tx1">
              <a:lumMod val="85000"/>
              <a:lumOff val="15000"/>
            </a:schemeClr>
          </a:solidFill>
          <a:latin typeface="+mn-lt"/>
          <a:ea typeface="+mn-ea"/>
          <a:cs typeface="+mn-cs"/>
        </a:defRPr>
      </a:lvl4pPr>
      <a:lvl5pPr marL="1828755" indent="0" algn="l" defTabSz="914377" rtl="0" eaLnBrk="1" latinLnBrk="0" hangingPunct="1">
        <a:lnSpc>
          <a:spcPct val="120000"/>
        </a:lnSpc>
        <a:spcBef>
          <a:spcPts val="500"/>
        </a:spcBef>
        <a:buFont typeface="Arial" panose="020B0604020202020204" pitchFamily="34" charset="0"/>
        <a:buNone/>
        <a:defRPr sz="1000" kern="1200">
          <a:solidFill>
            <a:schemeClr val="tx1">
              <a:lumMod val="85000"/>
              <a:lumOff val="15000"/>
            </a:schemeClr>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368" userDrawn="1">
          <p15:clr>
            <a:srgbClr val="F26B43"/>
          </p15:clr>
        </p15:guide>
        <p15:guide id="4" pos="370" userDrawn="1">
          <p15:clr>
            <a:srgbClr val="F26B43"/>
          </p15:clr>
        </p15:guide>
        <p15:guide id="5" pos="7310" userDrawn="1">
          <p15:clr>
            <a:srgbClr val="F26B43"/>
          </p15:clr>
        </p15:guide>
        <p15:guide id="6" orient="horz" pos="3952" userDrawn="1">
          <p15:clr>
            <a:srgbClr val="F26B43"/>
          </p15:clr>
        </p15:guide>
        <p15:guide id="7" pos="1277" userDrawn="1">
          <p15:clr>
            <a:srgbClr val="F26B43"/>
          </p15:clr>
        </p15:guide>
        <p15:guide id="8" pos="2570" userDrawn="1">
          <p15:clr>
            <a:srgbClr val="F26B43"/>
          </p15:clr>
        </p15:guide>
        <p15:guide id="9" pos="5110" userDrawn="1">
          <p15:clr>
            <a:srgbClr val="F26B43"/>
          </p15:clr>
        </p15:guide>
        <p15:guide id="10" pos="6403"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9.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02CA1-FDC6-EED2-DF74-0DAEA0B17B94}"/>
              </a:ext>
            </a:extLst>
          </p:cNvPr>
          <p:cNvSpPr>
            <a:spLocks noGrp="1"/>
          </p:cNvSpPr>
          <p:nvPr>
            <p:ph type="ctrTitle"/>
          </p:nvPr>
        </p:nvSpPr>
        <p:spPr/>
        <p:txBody>
          <a:bodyPr/>
          <a:lstStyle/>
          <a:p>
            <a:r>
              <a:rPr lang="en-US" dirty="0"/>
              <a:t>POW </a:t>
            </a:r>
            <a:endParaRPr lang="en-GB" dirty="0"/>
          </a:p>
        </p:txBody>
      </p:sp>
    </p:spTree>
    <p:extLst>
      <p:ext uri="{BB962C8B-B14F-4D97-AF65-F5344CB8AC3E}">
        <p14:creationId xmlns:p14="http://schemas.microsoft.com/office/powerpoint/2010/main" val="691339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0C52E-B1F0-DA8D-87B4-625C1DB0DF7B}"/>
              </a:ext>
            </a:extLst>
          </p:cNvPr>
          <p:cNvSpPr>
            <a:spLocks noGrp="1"/>
          </p:cNvSpPr>
          <p:nvPr>
            <p:ph type="title"/>
          </p:nvPr>
        </p:nvSpPr>
        <p:spPr/>
        <p:txBody>
          <a:bodyPr/>
          <a:lstStyle/>
          <a:p>
            <a:r>
              <a:rPr lang="en-US" dirty="0"/>
              <a:t>What is POW</a:t>
            </a:r>
            <a:endParaRPr lang="en-GB" dirty="0"/>
          </a:p>
        </p:txBody>
      </p:sp>
      <p:sp>
        <p:nvSpPr>
          <p:cNvPr id="3" name="Content Placeholder 2">
            <a:extLst>
              <a:ext uri="{FF2B5EF4-FFF2-40B4-BE49-F238E27FC236}">
                <a16:creationId xmlns:a16="http://schemas.microsoft.com/office/drawing/2014/main" id="{C039FED9-54FA-8D84-BD32-7DF29CCD2626}"/>
              </a:ext>
            </a:extLst>
          </p:cNvPr>
          <p:cNvSpPr>
            <a:spLocks noGrp="1"/>
          </p:cNvSpPr>
          <p:nvPr>
            <p:ph idx="1"/>
          </p:nvPr>
        </p:nvSpPr>
        <p:spPr>
          <a:xfrm>
            <a:off x="838200" y="1447253"/>
            <a:ext cx="10515600" cy="4351338"/>
          </a:xfrm>
        </p:spPr>
        <p:txBody>
          <a:bodyPr>
            <a:noAutofit/>
          </a:bodyPr>
          <a:lstStyle/>
          <a:p>
            <a:r>
              <a:rPr lang="en-GB" sz="2400" dirty="0">
                <a:effectLst/>
                <a:latin typeface="Times New Roman" panose="02020603050405020304" pitchFamily="18" charset="0"/>
                <a:cs typeface="Times New Roman" panose="02020603050405020304" pitchFamily="18" charset="0"/>
              </a:rPr>
              <a:t>Proof of Work is a protocol that requires miners (nodes in the network) to solve complex mathematical problems to validate transactions and earn the right to add a new block to the blockchain. The "work" refers to the computational effort needed to find a solution to a cryptographic puzzle, which proves that the miner has expended significant resources (time, electricity, and computing power). Once a miner solves the puzzle, they broadcast the solution to the network, and other nodes verify its correctness before accepting the new block.</a:t>
            </a:r>
          </a:p>
          <a:p>
            <a:r>
              <a:rPr lang="en-GB" sz="2400" dirty="0">
                <a:effectLst/>
                <a:latin typeface="Times New Roman" panose="02020603050405020304" pitchFamily="18" charset="0"/>
                <a:cs typeface="Times New Roman" panose="02020603050405020304" pitchFamily="18" charset="0"/>
              </a:rPr>
              <a:t>The primary goals of PoW are:</a:t>
            </a:r>
          </a:p>
          <a:p>
            <a:r>
              <a:rPr lang="en-GB" sz="2400" b="1" dirty="0">
                <a:latin typeface="Times New Roman" panose="02020603050405020304" pitchFamily="18" charset="0"/>
                <a:cs typeface="Times New Roman" panose="02020603050405020304" pitchFamily="18" charset="0"/>
              </a:rPr>
              <a:t>Security</a:t>
            </a:r>
            <a:r>
              <a:rPr lang="en-GB" sz="2400" dirty="0">
                <a:latin typeface="Times New Roman" panose="02020603050405020304" pitchFamily="18" charset="0"/>
                <a:cs typeface="Times New Roman" panose="02020603050405020304" pitchFamily="18" charset="0"/>
              </a:rPr>
              <a:t>: Prevent malicious actors from altering the blockchain by making it computationally expensive to manipulate.</a:t>
            </a:r>
          </a:p>
          <a:p>
            <a:r>
              <a:rPr lang="en-GB" sz="2400" b="1" dirty="0">
                <a:latin typeface="Times New Roman" panose="02020603050405020304" pitchFamily="18" charset="0"/>
                <a:cs typeface="Times New Roman" panose="02020603050405020304" pitchFamily="18" charset="0"/>
              </a:rPr>
              <a:t>Decentralization</a:t>
            </a:r>
            <a:r>
              <a:rPr lang="en-GB" sz="2400" dirty="0">
                <a:latin typeface="Times New Roman" panose="02020603050405020304" pitchFamily="18" charset="0"/>
                <a:cs typeface="Times New Roman" panose="02020603050405020304" pitchFamily="18" charset="0"/>
              </a:rPr>
              <a:t>: Allow any participant with sufficient computational power to contribute to the network without relying on a central authority.</a:t>
            </a:r>
          </a:p>
          <a:p>
            <a:r>
              <a:rPr lang="en-GB" sz="2400" b="1" dirty="0">
                <a:latin typeface="Times New Roman" panose="02020603050405020304" pitchFamily="18" charset="0"/>
                <a:cs typeface="Times New Roman" panose="02020603050405020304" pitchFamily="18" charset="0"/>
              </a:rPr>
              <a:t>Consensus</a:t>
            </a:r>
            <a:r>
              <a:rPr lang="en-GB" sz="2400" dirty="0">
                <a:latin typeface="Times New Roman" panose="02020603050405020304" pitchFamily="18" charset="0"/>
                <a:cs typeface="Times New Roman" panose="02020603050405020304" pitchFamily="18" charset="0"/>
              </a:rPr>
              <a:t>: Ensure all nodes agree on the state of the blockchain, maintaining a single, tamper-resistant ledger.</a:t>
            </a:r>
          </a:p>
          <a:p>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4151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7B1A5-8304-EF14-3A5D-F3FBD40A46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7040E-8631-4287-F207-B53291AFF76C}"/>
              </a:ext>
            </a:extLst>
          </p:cNvPr>
          <p:cNvSpPr>
            <a:spLocks noGrp="1"/>
          </p:cNvSpPr>
          <p:nvPr>
            <p:ph type="title"/>
          </p:nvPr>
        </p:nvSpPr>
        <p:spPr/>
        <p:txBody>
          <a:bodyPr/>
          <a:lstStyle/>
          <a:p>
            <a:r>
              <a:rPr lang="en-GB" b="1" dirty="0"/>
              <a:t>How Proof of Work Works</a:t>
            </a:r>
            <a:br>
              <a:rPr lang="en-GB" b="1" dirty="0"/>
            </a:br>
            <a:endParaRPr lang="en-GB" dirty="0"/>
          </a:p>
        </p:txBody>
      </p:sp>
      <p:sp>
        <p:nvSpPr>
          <p:cNvPr id="3" name="Content Placeholder 2">
            <a:extLst>
              <a:ext uri="{FF2B5EF4-FFF2-40B4-BE49-F238E27FC236}">
                <a16:creationId xmlns:a16="http://schemas.microsoft.com/office/drawing/2014/main" id="{7F149A56-39CA-6512-434F-B8D74CB8F45E}"/>
              </a:ext>
            </a:extLst>
          </p:cNvPr>
          <p:cNvSpPr>
            <a:spLocks noGrp="1"/>
          </p:cNvSpPr>
          <p:nvPr>
            <p:ph idx="1"/>
          </p:nvPr>
        </p:nvSpPr>
        <p:spPr/>
        <p:txBody>
          <a:bodyPr/>
          <a:lstStyle/>
          <a:p>
            <a:r>
              <a:rPr lang="en-GB" dirty="0">
                <a:effectLst/>
              </a:rPr>
              <a:t>The PoW process involves several steps, which I’ll break down below:</a:t>
            </a:r>
          </a:p>
          <a:p>
            <a:r>
              <a:rPr lang="en-GB" b="1" dirty="0"/>
              <a:t>Transaction Collection</a:t>
            </a:r>
            <a:r>
              <a:rPr lang="en-GB" dirty="0"/>
              <a:t>: </a:t>
            </a:r>
          </a:p>
          <a:p>
            <a:pPr lvl="1"/>
            <a:r>
              <a:rPr lang="en-GB" dirty="0"/>
              <a:t>Transactions are broadcast to the network and collected by miners into a block. A block contains a set of transactions, a timestamp, a reference to the previous block (via its hash), and a nonce (a variable used in the PoW puzzle).</a:t>
            </a:r>
          </a:p>
          <a:p>
            <a:endParaRPr lang="en-GB" dirty="0"/>
          </a:p>
        </p:txBody>
      </p:sp>
    </p:spTree>
    <p:extLst>
      <p:ext uri="{BB962C8B-B14F-4D97-AF65-F5344CB8AC3E}">
        <p14:creationId xmlns:p14="http://schemas.microsoft.com/office/powerpoint/2010/main" val="2391937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E525F-A4EA-D8F6-23D1-A414F4AA35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17060-8FDE-1C6E-E2E3-7496A0D771A0}"/>
              </a:ext>
            </a:extLst>
          </p:cNvPr>
          <p:cNvSpPr>
            <a:spLocks noGrp="1"/>
          </p:cNvSpPr>
          <p:nvPr>
            <p:ph type="title"/>
          </p:nvPr>
        </p:nvSpPr>
        <p:spPr/>
        <p:txBody>
          <a:bodyPr/>
          <a:lstStyle/>
          <a:p>
            <a:r>
              <a:rPr lang="en-GB" b="1" dirty="0"/>
              <a:t>Cryptographic Puzzle</a:t>
            </a:r>
            <a:r>
              <a:rPr lang="en-GB" dirty="0"/>
              <a:t>:</a:t>
            </a:r>
          </a:p>
        </p:txBody>
      </p:sp>
      <p:sp>
        <p:nvSpPr>
          <p:cNvPr id="3" name="Content Placeholder 2">
            <a:extLst>
              <a:ext uri="{FF2B5EF4-FFF2-40B4-BE49-F238E27FC236}">
                <a16:creationId xmlns:a16="http://schemas.microsoft.com/office/drawing/2014/main" id="{001366D1-EDD0-ABA2-3CD9-1AF6141FA357}"/>
              </a:ext>
            </a:extLst>
          </p:cNvPr>
          <p:cNvSpPr>
            <a:spLocks noGrp="1"/>
          </p:cNvSpPr>
          <p:nvPr>
            <p:ph idx="1"/>
          </p:nvPr>
        </p:nvSpPr>
        <p:spPr/>
        <p:txBody>
          <a:bodyPr>
            <a:normAutofit/>
          </a:bodyPr>
          <a:lstStyle/>
          <a:p>
            <a:r>
              <a:rPr lang="en-GB" dirty="0"/>
              <a:t>Miners must find a nonce that, when combined with the block’s data and hashed (using a cryptographic hash function like SHA-256 in Bitcoin), produces a hash that meets a specific condition.</a:t>
            </a:r>
          </a:p>
          <a:p>
            <a:r>
              <a:rPr lang="en-GB" dirty="0"/>
              <a:t>The condition typically requires the hash to have a certain number of leading zeros, determined by the network’s </a:t>
            </a:r>
            <a:r>
              <a:rPr lang="en-GB" b="1" dirty="0"/>
              <a:t>difficulty target</a:t>
            </a:r>
            <a:r>
              <a:rPr lang="en-GB" dirty="0"/>
              <a:t>. For example, a valid hash might need to start with 20 zeros, such as 000000000000000000123abc....</a:t>
            </a:r>
          </a:p>
          <a:p>
            <a:r>
              <a:rPr lang="en-GB" dirty="0"/>
              <a:t>The difficulty target adjusts dynamically based on the network’s total computational power to ensure blocks are added at a consistent rate (e.g., every 10 minutes in Bitcoin).</a:t>
            </a:r>
          </a:p>
          <a:p>
            <a:endParaRPr lang="en-GB" dirty="0"/>
          </a:p>
        </p:txBody>
      </p:sp>
    </p:spTree>
    <p:extLst>
      <p:ext uri="{BB962C8B-B14F-4D97-AF65-F5344CB8AC3E}">
        <p14:creationId xmlns:p14="http://schemas.microsoft.com/office/powerpoint/2010/main" val="2508635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12BA4-E10A-DA17-8AEE-8AC05316E6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DD0D85-3F50-D37A-B854-9AE9508C9A01}"/>
              </a:ext>
            </a:extLst>
          </p:cNvPr>
          <p:cNvSpPr>
            <a:spLocks noGrp="1"/>
          </p:cNvSpPr>
          <p:nvPr>
            <p:ph type="title"/>
          </p:nvPr>
        </p:nvSpPr>
        <p:spPr/>
        <p:txBody>
          <a:bodyPr/>
          <a:lstStyle/>
          <a:p>
            <a:r>
              <a:rPr lang="en-GB" b="1" dirty="0"/>
              <a:t>Hashing and Trial-and-Error</a:t>
            </a:r>
            <a:r>
              <a:rPr lang="en-GB" dirty="0"/>
              <a:t>:</a:t>
            </a:r>
          </a:p>
        </p:txBody>
      </p:sp>
      <p:sp>
        <p:nvSpPr>
          <p:cNvPr id="3" name="Content Placeholder 2">
            <a:extLst>
              <a:ext uri="{FF2B5EF4-FFF2-40B4-BE49-F238E27FC236}">
                <a16:creationId xmlns:a16="http://schemas.microsoft.com/office/drawing/2014/main" id="{2A9D4D5E-FC44-D28F-C7BB-7BB43B38F166}"/>
              </a:ext>
            </a:extLst>
          </p:cNvPr>
          <p:cNvSpPr>
            <a:spLocks noGrp="1"/>
          </p:cNvSpPr>
          <p:nvPr>
            <p:ph idx="1"/>
          </p:nvPr>
        </p:nvSpPr>
        <p:spPr/>
        <p:txBody>
          <a:bodyPr/>
          <a:lstStyle/>
          <a:p>
            <a:r>
              <a:rPr lang="en-GB" dirty="0"/>
              <a:t>Miners repeatedly try different nonce values, hashing the block’s data each time until they find a hash that satisfies the difficulty target.</a:t>
            </a:r>
          </a:p>
          <a:p>
            <a:r>
              <a:rPr lang="en-GB" dirty="0"/>
              <a:t>Hashing is a one-way function, meaning there’s no way to predict the correct nonce except through brute-force computation. This makes PoW computationally intensive.</a:t>
            </a:r>
          </a:p>
          <a:p>
            <a:r>
              <a:rPr lang="en-GB" dirty="0"/>
              <a:t>For example, in Bitcoin, miners use specialized hardware (ASICs) to perform trillions of hashes per second to find a valid nonce.</a:t>
            </a:r>
          </a:p>
        </p:txBody>
      </p:sp>
    </p:spTree>
    <p:extLst>
      <p:ext uri="{BB962C8B-B14F-4D97-AF65-F5344CB8AC3E}">
        <p14:creationId xmlns:p14="http://schemas.microsoft.com/office/powerpoint/2010/main" val="1323445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7AF86-39AB-F41E-6437-98B8A00481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25F628-C0D1-0EC2-5256-EA3DD277F944}"/>
              </a:ext>
            </a:extLst>
          </p:cNvPr>
          <p:cNvSpPr>
            <a:spLocks noGrp="1"/>
          </p:cNvSpPr>
          <p:nvPr>
            <p:ph type="title"/>
          </p:nvPr>
        </p:nvSpPr>
        <p:spPr/>
        <p:txBody>
          <a:bodyPr/>
          <a:lstStyle/>
          <a:p>
            <a:r>
              <a:rPr lang="en-GB" b="1" dirty="0"/>
              <a:t>Verification</a:t>
            </a:r>
            <a:r>
              <a:rPr lang="en-GB" dirty="0"/>
              <a:t>:</a:t>
            </a:r>
          </a:p>
        </p:txBody>
      </p:sp>
      <p:sp>
        <p:nvSpPr>
          <p:cNvPr id="3" name="Content Placeholder 2">
            <a:extLst>
              <a:ext uri="{FF2B5EF4-FFF2-40B4-BE49-F238E27FC236}">
                <a16:creationId xmlns:a16="http://schemas.microsoft.com/office/drawing/2014/main" id="{4942184C-D6C5-6EF5-325C-D2F755DC4E0B}"/>
              </a:ext>
            </a:extLst>
          </p:cNvPr>
          <p:cNvSpPr>
            <a:spLocks noGrp="1"/>
          </p:cNvSpPr>
          <p:nvPr>
            <p:ph idx="1"/>
          </p:nvPr>
        </p:nvSpPr>
        <p:spPr/>
        <p:txBody>
          <a:bodyPr/>
          <a:lstStyle/>
          <a:p>
            <a:r>
              <a:rPr lang="en-GB" dirty="0"/>
              <a:t>Once a miner finds a valid nonce, they broadcast the block and its solution (the nonce and resulting hash) to the network.</a:t>
            </a:r>
          </a:p>
          <a:p>
            <a:r>
              <a:rPr lang="en-GB" dirty="0"/>
              <a:t>Other nodes verify the solution by hashing the block’s data with the provided nonce. This verification is quick and requires minimal computational effort, unlike solving the puzzle.</a:t>
            </a:r>
          </a:p>
          <a:p>
            <a:r>
              <a:rPr lang="en-GB" dirty="0"/>
              <a:t>If the hash meets the difficulty target and the block’s transactions are valid, the network accepts the block and adds it to the blockchain.</a:t>
            </a:r>
          </a:p>
          <a:p>
            <a:endParaRPr lang="en-GB" dirty="0"/>
          </a:p>
        </p:txBody>
      </p:sp>
    </p:spTree>
    <p:extLst>
      <p:ext uri="{BB962C8B-B14F-4D97-AF65-F5344CB8AC3E}">
        <p14:creationId xmlns:p14="http://schemas.microsoft.com/office/powerpoint/2010/main" val="954857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A8D59-2D9F-F0C7-55F7-EFD83031B1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EE48DD-541D-004B-85F1-B4059108141A}"/>
              </a:ext>
            </a:extLst>
          </p:cNvPr>
          <p:cNvSpPr>
            <a:spLocks noGrp="1"/>
          </p:cNvSpPr>
          <p:nvPr>
            <p:ph type="title"/>
          </p:nvPr>
        </p:nvSpPr>
        <p:spPr/>
        <p:txBody>
          <a:bodyPr/>
          <a:lstStyle/>
          <a:p>
            <a:r>
              <a:rPr lang="en-GB" b="1" dirty="0"/>
              <a:t>Reward</a:t>
            </a:r>
            <a:r>
              <a:rPr lang="en-GB" dirty="0"/>
              <a:t>:</a:t>
            </a:r>
          </a:p>
        </p:txBody>
      </p:sp>
      <p:sp>
        <p:nvSpPr>
          <p:cNvPr id="3" name="Content Placeholder 2">
            <a:extLst>
              <a:ext uri="{FF2B5EF4-FFF2-40B4-BE49-F238E27FC236}">
                <a16:creationId xmlns:a16="http://schemas.microsoft.com/office/drawing/2014/main" id="{4FC640B7-E39F-562B-EDBB-7D30115B359D}"/>
              </a:ext>
            </a:extLst>
          </p:cNvPr>
          <p:cNvSpPr>
            <a:spLocks noGrp="1"/>
          </p:cNvSpPr>
          <p:nvPr>
            <p:ph idx="1"/>
          </p:nvPr>
        </p:nvSpPr>
        <p:spPr/>
        <p:txBody>
          <a:bodyPr/>
          <a:lstStyle/>
          <a:p>
            <a:r>
              <a:rPr lang="en-GB" dirty="0"/>
              <a:t>The miner who solves the puzzle is rewarded with newly minted cryptocurrency (e.g., Bitcoin’s block reward, which halves approximately every four years) and transaction fees from the included transactions.</a:t>
            </a:r>
          </a:p>
          <a:p>
            <a:r>
              <a:rPr lang="en-GB" dirty="0"/>
              <a:t>This incentivizes miners to participate and invest in computational resources.</a:t>
            </a:r>
          </a:p>
          <a:p>
            <a:endParaRPr lang="en-GB" dirty="0"/>
          </a:p>
        </p:txBody>
      </p:sp>
    </p:spTree>
    <p:extLst>
      <p:ext uri="{BB962C8B-B14F-4D97-AF65-F5344CB8AC3E}">
        <p14:creationId xmlns:p14="http://schemas.microsoft.com/office/powerpoint/2010/main" val="2629214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8D677-FFCA-7F99-4E2E-2DB6BFF9AB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666E27-1300-0464-0855-F0769E44DB23}"/>
              </a:ext>
            </a:extLst>
          </p:cNvPr>
          <p:cNvSpPr>
            <a:spLocks noGrp="1"/>
          </p:cNvSpPr>
          <p:nvPr>
            <p:ph type="title"/>
          </p:nvPr>
        </p:nvSpPr>
        <p:spPr/>
        <p:txBody>
          <a:bodyPr/>
          <a:lstStyle/>
          <a:p>
            <a:r>
              <a:rPr lang="en-GB" b="1" dirty="0"/>
              <a:t>Key Components of PoW</a:t>
            </a:r>
            <a:br>
              <a:rPr lang="en-GB" b="1" dirty="0"/>
            </a:br>
            <a:endParaRPr lang="en-GB" dirty="0"/>
          </a:p>
        </p:txBody>
      </p:sp>
      <p:sp>
        <p:nvSpPr>
          <p:cNvPr id="3" name="Content Placeholder 2">
            <a:extLst>
              <a:ext uri="{FF2B5EF4-FFF2-40B4-BE49-F238E27FC236}">
                <a16:creationId xmlns:a16="http://schemas.microsoft.com/office/drawing/2014/main" id="{BB98B90E-B267-5E74-6348-49404E46D4FC}"/>
              </a:ext>
            </a:extLst>
          </p:cNvPr>
          <p:cNvSpPr>
            <a:spLocks noGrp="1"/>
          </p:cNvSpPr>
          <p:nvPr>
            <p:ph idx="1"/>
          </p:nvPr>
        </p:nvSpPr>
        <p:spPr/>
        <p:txBody>
          <a:bodyPr>
            <a:normAutofit fontScale="92500" lnSpcReduction="10000"/>
          </a:bodyPr>
          <a:lstStyle/>
          <a:p>
            <a:r>
              <a:rPr lang="en-GB" b="1" dirty="0"/>
              <a:t>Nonce</a:t>
            </a:r>
            <a:r>
              <a:rPr lang="en-GB" dirty="0"/>
              <a:t>: A random number that miners adjust to find a valid hash. It’s the key variable in the PoW puzzle.</a:t>
            </a:r>
          </a:p>
          <a:p>
            <a:r>
              <a:rPr lang="en-GB" b="1" dirty="0"/>
              <a:t>Hash Function</a:t>
            </a:r>
            <a:r>
              <a:rPr lang="en-GB" dirty="0"/>
              <a:t>: A cryptographic function (e.g., SHA-256) that takes input data and produces a fixed-length output (hash). Small changes in the input produce vastly different outputs, making it ideal for PoW puzzles.</a:t>
            </a:r>
          </a:p>
          <a:p>
            <a:r>
              <a:rPr lang="en-GB" b="1" dirty="0"/>
              <a:t>Block Reward</a:t>
            </a:r>
            <a:r>
              <a:rPr lang="en-GB" dirty="0"/>
              <a:t>: The incentive for miners, consisting of new coins and transaction fees.</a:t>
            </a:r>
          </a:p>
          <a:p>
            <a:r>
              <a:rPr lang="en-GB" b="1" dirty="0"/>
              <a:t>Merkle Tree</a:t>
            </a:r>
            <a:r>
              <a:rPr lang="en-GB" dirty="0"/>
              <a:t>: A data structure that summarizes all transactions in a block into a single hash, improving efficiency in verification (relevant to your exam feedback, where Merkle trees were noted as a missed example).</a:t>
            </a:r>
          </a:p>
          <a:p>
            <a:endParaRPr lang="en-GB" dirty="0"/>
          </a:p>
        </p:txBody>
      </p:sp>
    </p:spTree>
    <p:extLst>
      <p:ext uri="{BB962C8B-B14F-4D97-AF65-F5344CB8AC3E}">
        <p14:creationId xmlns:p14="http://schemas.microsoft.com/office/powerpoint/2010/main" val="3200883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4B9AB-9BB2-B100-7D8A-37B5D707F8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D60895-3EEA-FB9C-B0BA-78B6A7F11BAC}"/>
              </a:ext>
            </a:extLst>
          </p:cNvPr>
          <p:cNvSpPr>
            <a:spLocks noGrp="1"/>
          </p:cNvSpPr>
          <p:nvPr>
            <p:ph type="title"/>
          </p:nvPr>
        </p:nvSpPr>
        <p:spPr/>
        <p:txBody>
          <a:bodyPr/>
          <a:lstStyle/>
          <a:p>
            <a:r>
              <a:rPr lang="en-GB" b="1" dirty="0"/>
              <a:t>Why is PoW Important?</a:t>
            </a:r>
            <a:br>
              <a:rPr lang="en-GB" b="1" dirty="0"/>
            </a:br>
            <a:endParaRPr lang="en-GB" dirty="0"/>
          </a:p>
        </p:txBody>
      </p:sp>
      <p:sp>
        <p:nvSpPr>
          <p:cNvPr id="3" name="Content Placeholder 2">
            <a:extLst>
              <a:ext uri="{FF2B5EF4-FFF2-40B4-BE49-F238E27FC236}">
                <a16:creationId xmlns:a16="http://schemas.microsoft.com/office/drawing/2014/main" id="{9054CAA3-876E-96A4-C71C-D6EB49D9A7B5}"/>
              </a:ext>
            </a:extLst>
          </p:cNvPr>
          <p:cNvSpPr>
            <a:spLocks noGrp="1"/>
          </p:cNvSpPr>
          <p:nvPr>
            <p:ph idx="1"/>
          </p:nvPr>
        </p:nvSpPr>
        <p:spPr/>
        <p:txBody>
          <a:bodyPr>
            <a:normAutofit fontScale="92500" lnSpcReduction="10000"/>
          </a:bodyPr>
          <a:lstStyle/>
          <a:p>
            <a:r>
              <a:rPr lang="en-GB" dirty="0">
                <a:effectLst/>
              </a:rPr>
              <a:t>PoW serves several critical functions in blockchain systems, particularly in the context of cloud security and supply chain systems like Countdown’s, as referenced in your rubric:</a:t>
            </a:r>
          </a:p>
          <a:p>
            <a:r>
              <a:rPr lang="en-GB" b="1" dirty="0"/>
              <a:t>Data Integrity</a:t>
            </a:r>
            <a:r>
              <a:rPr lang="en-GB" dirty="0"/>
              <a:t>: </a:t>
            </a:r>
          </a:p>
          <a:p>
            <a:pPr lvl="1"/>
            <a:r>
              <a:rPr lang="en-GB" dirty="0"/>
              <a:t>PoW ensures that once a block is added to the blockchain, altering it requires re-mining all subsequent blocks, which is computationally infeasible due to the high cost of solving PoW puzzles. This protects against tampering, a key aspect of data integrity in cloud security (Task 1, LO3).</a:t>
            </a:r>
          </a:p>
          <a:p>
            <a:r>
              <a:rPr lang="en-GB" b="1" dirty="0"/>
              <a:t>Resistance to Attacks</a:t>
            </a:r>
            <a:r>
              <a:rPr lang="en-GB" dirty="0"/>
              <a:t>: </a:t>
            </a:r>
          </a:p>
          <a:p>
            <a:pPr lvl="1"/>
            <a:r>
              <a:rPr lang="en-GB" dirty="0"/>
              <a:t>PoW makes attacks like double-spending or 51% attacks expensive. A malicious actor would need to control more than 50% of the network’s computational power to rewrite the blockchain, which is costly and difficult in large networks like Bitcoin.</a:t>
            </a:r>
          </a:p>
          <a:p>
            <a:endParaRPr lang="en-GB" dirty="0"/>
          </a:p>
        </p:txBody>
      </p:sp>
    </p:spTree>
    <p:extLst>
      <p:ext uri="{BB962C8B-B14F-4D97-AF65-F5344CB8AC3E}">
        <p14:creationId xmlns:p14="http://schemas.microsoft.com/office/powerpoint/2010/main" val="32081663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FCC11-5D43-5D97-D2CC-0F71763A20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62BC98-3C89-2D9D-6467-D24C23621EE1}"/>
              </a:ext>
            </a:extLst>
          </p:cNvPr>
          <p:cNvSpPr>
            <a:spLocks noGrp="1"/>
          </p:cNvSpPr>
          <p:nvPr>
            <p:ph idx="1"/>
          </p:nvPr>
        </p:nvSpPr>
        <p:spPr/>
        <p:txBody>
          <a:bodyPr/>
          <a:lstStyle/>
          <a:p>
            <a:r>
              <a:rPr lang="en-GB" b="1" dirty="0"/>
              <a:t>Decentralized Trust</a:t>
            </a:r>
            <a:r>
              <a:rPr lang="en-GB" dirty="0"/>
              <a:t>: </a:t>
            </a:r>
          </a:p>
          <a:p>
            <a:pPr lvl="1"/>
            <a:r>
              <a:rPr lang="en-GB" dirty="0"/>
              <a:t>By requiring computational work, PoW allows trust to be established without a central authority, which is crucial for blockchain systems in supply chains (e.g., Countdown) where multiple parties need to trust the system.</a:t>
            </a:r>
          </a:p>
          <a:p>
            <a:r>
              <a:rPr lang="en-GB" b="1" dirty="0"/>
              <a:t>Traceability and Transparency</a:t>
            </a:r>
            <a:r>
              <a:rPr lang="en-GB" dirty="0"/>
              <a:t>: </a:t>
            </a:r>
          </a:p>
          <a:p>
            <a:pPr lvl="1"/>
            <a:r>
              <a:rPr lang="en-GB" dirty="0"/>
              <a:t>Each block’s hash links to the previous block, creating an immutable audit trail. This is valuable for supply chain applications, where traceability (noted in your Task 2 feedback) ensures transparency in transactions or product movements.</a:t>
            </a:r>
          </a:p>
          <a:p>
            <a:endParaRPr lang="en-GB" dirty="0"/>
          </a:p>
        </p:txBody>
      </p:sp>
    </p:spTree>
    <p:extLst>
      <p:ext uri="{BB962C8B-B14F-4D97-AF65-F5344CB8AC3E}">
        <p14:creationId xmlns:p14="http://schemas.microsoft.com/office/powerpoint/2010/main" val="2514518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6897EEEC-7BF2-65BB-884A-8769250EEC21}"/>
              </a:ext>
            </a:extLst>
          </p:cNvPr>
          <p:cNvPicPr>
            <a:picLocks noGrp="1" noChangeAspect="1"/>
          </p:cNvPicPr>
          <p:nvPr>
            <p:ph type="pic" sz="quarter" idx="13"/>
          </p:nvPr>
        </p:nvPicPr>
        <p:blipFill>
          <a:blip r:embed="rId2"/>
          <a:srcRect t="12500" b="12500"/>
          <a:stretch>
            <a:fillRect/>
          </a:stretch>
        </p:blipFill>
        <p:spPr/>
      </p:pic>
      <p:sp>
        <p:nvSpPr>
          <p:cNvPr id="3" name="Subtitle 2">
            <a:extLst>
              <a:ext uri="{FF2B5EF4-FFF2-40B4-BE49-F238E27FC236}">
                <a16:creationId xmlns:a16="http://schemas.microsoft.com/office/drawing/2014/main" id="{FCF35201-57AA-B2B3-F773-FE7CAEE72E97}"/>
              </a:ext>
            </a:extLst>
          </p:cNvPr>
          <p:cNvSpPr>
            <a:spLocks noGrp="1"/>
          </p:cNvSpPr>
          <p:nvPr>
            <p:ph type="subTitle" idx="1"/>
          </p:nvPr>
        </p:nvSpPr>
        <p:spPr/>
        <p:txBody>
          <a:bodyPr/>
          <a:lstStyle/>
          <a:p>
            <a:r>
              <a:rPr lang="en-US"/>
              <a:t>Presentation by Your Name</a:t>
            </a:r>
          </a:p>
        </p:txBody>
      </p:sp>
      <p:sp>
        <p:nvSpPr>
          <p:cNvPr id="4" name="Text Placeholder 3">
            <a:extLst>
              <a:ext uri="{FF2B5EF4-FFF2-40B4-BE49-F238E27FC236}">
                <a16:creationId xmlns:a16="http://schemas.microsoft.com/office/drawing/2014/main" id="{0EE6E366-6734-67B5-322E-B3897B283295}"/>
              </a:ext>
            </a:extLst>
          </p:cNvPr>
          <p:cNvSpPr>
            <a:spLocks noGrp="1"/>
          </p:cNvSpPr>
          <p:nvPr>
            <p:ph type="body" sz="quarter" idx="38"/>
          </p:nvPr>
        </p:nvSpPr>
        <p:spPr/>
        <p:txBody>
          <a:bodyPr/>
          <a:lstStyle/>
          <a:p>
            <a:r>
              <a:rPr lang="en-US"/>
              <a:t>August - 2025</a:t>
            </a:r>
            <a:endParaRPr lang="en-US" dirty="0"/>
          </a:p>
        </p:txBody>
      </p:sp>
      <p:sp>
        <p:nvSpPr>
          <p:cNvPr id="5" name="Title 4">
            <a:extLst>
              <a:ext uri="{FF2B5EF4-FFF2-40B4-BE49-F238E27FC236}">
                <a16:creationId xmlns:a16="http://schemas.microsoft.com/office/drawing/2014/main" id="{FF28A1EF-0287-0A2F-4641-BFCAE538F79A}"/>
              </a:ext>
            </a:extLst>
          </p:cNvPr>
          <p:cNvSpPr>
            <a:spLocks noGrp="1"/>
          </p:cNvSpPr>
          <p:nvPr>
            <p:ph type="title"/>
          </p:nvPr>
        </p:nvSpPr>
        <p:spPr/>
        <p:txBody>
          <a:bodyPr/>
          <a:lstStyle/>
          <a:p>
            <a:r>
              <a:rPr lang="en-US"/>
              <a:t>Proof of Stake Algorithm</a:t>
            </a:r>
          </a:p>
        </p:txBody>
      </p:sp>
    </p:spTree>
    <p:extLst>
      <p:ext uri="{BB962C8B-B14F-4D97-AF65-F5344CB8AC3E}">
        <p14:creationId xmlns:p14="http://schemas.microsoft.com/office/powerpoint/2010/main" val="40703899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7605C-9187-AAF5-CD9B-9A0A186339A5}"/>
              </a:ext>
            </a:extLst>
          </p:cNvPr>
          <p:cNvSpPr>
            <a:spLocks noGrp="1"/>
          </p:cNvSpPr>
          <p:nvPr>
            <p:ph type="title"/>
          </p:nvPr>
        </p:nvSpPr>
        <p:spPr/>
        <p:txBody>
          <a:bodyPr/>
          <a:lstStyle/>
          <a:p>
            <a:r>
              <a:rPr lang="en-GB" dirty="0"/>
              <a:t>Agenda</a:t>
            </a:r>
          </a:p>
        </p:txBody>
      </p:sp>
      <p:sp>
        <p:nvSpPr>
          <p:cNvPr id="3" name="Text Placeholder 2">
            <a:extLst>
              <a:ext uri="{FF2B5EF4-FFF2-40B4-BE49-F238E27FC236}">
                <a16:creationId xmlns:a16="http://schemas.microsoft.com/office/drawing/2014/main" id="{52376B30-4084-EDBA-2A31-B2F2517DC5CD}"/>
              </a:ext>
            </a:extLst>
          </p:cNvPr>
          <p:cNvSpPr>
            <a:spLocks noGrp="1"/>
          </p:cNvSpPr>
          <p:nvPr>
            <p:ph type="body" sz="quarter" idx="16"/>
          </p:nvPr>
        </p:nvSpPr>
        <p:spPr/>
        <p:txBody>
          <a:bodyPr/>
          <a:lstStyle/>
          <a:p>
            <a:r>
              <a:rPr lang="en-GB"/>
              <a:t>Introduction</a:t>
            </a:r>
          </a:p>
        </p:txBody>
      </p:sp>
      <p:sp>
        <p:nvSpPr>
          <p:cNvPr id="4" name="Text Placeholder 3">
            <a:extLst>
              <a:ext uri="{FF2B5EF4-FFF2-40B4-BE49-F238E27FC236}">
                <a16:creationId xmlns:a16="http://schemas.microsoft.com/office/drawing/2014/main" id="{E08008DF-5529-3511-1B63-9C0ADBC78882}"/>
              </a:ext>
            </a:extLst>
          </p:cNvPr>
          <p:cNvSpPr>
            <a:spLocks noGrp="1"/>
          </p:cNvSpPr>
          <p:nvPr>
            <p:ph type="body" sz="quarter" idx="42"/>
          </p:nvPr>
        </p:nvSpPr>
        <p:spPr/>
        <p:txBody>
          <a:bodyPr/>
          <a:lstStyle/>
          <a:p>
            <a:r>
              <a:rPr lang="en-GB"/>
              <a:t>How it works</a:t>
            </a:r>
          </a:p>
        </p:txBody>
      </p:sp>
      <p:sp>
        <p:nvSpPr>
          <p:cNvPr id="5" name="Text Placeholder 4">
            <a:extLst>
              <a:ext uri="{FF2B5EF4-FFF2-40B4-BE49-F238E27FC236}">
                <a16:creationId xmlns:a16="http://schemas.microsoft.com/office/drawing/2014/main" id="{183E7855-2EEB-3EA7-D578-7DC37949D02D}"/>
              </a:ext>
            </a:extLst>
          </p:cNvPr>
          <p:cNvSpPr>
            <a:spLocks noGrp="1"/>
          </p:cNvSpPr>
          <p:nvPr>
            <p:ph type="body" sz="quarter" idx="43"/>
          </p:nvPr>
        </p:nvSpPr>
        <p:spPr/>
        <p:txBody>
          <a:bodyPr/>
          <a:lstStyle/>
          <a:p>
            <a:r>
              <a:rPr lang="en-GB"/>
              <a:t>Benefits</a:t>
            </a:r>
          </a:p>
        </p:txBody>
      </p:sp>
      <p:sp>
        <p:nvSpPr>
          <p:cNvPr id="6" name="Text Placeholder 5">
            <a:extLst>
              <a:ext uri="{FF2B5EF4-FFF2-40B4-BE49-F238E27FC236}">
                <a16:creationId xmlns:a16="http://schemas.microsoft.com/office/drawing/2014/main" id="{60B9EDB4-8155-3346-60D7-F8A3BB28AB9F}"/>
              </a:ext>
            </a:extLst>
          </p:cNvPr>
          <p:cNvSpPr>
            <a:spLocks noGrp="1"/>
          </p:cNvSpPr>
          <p:nvPr>
            <p:ph type="body" sz="quarter" idx="44"/>
          </p:nvPr>
        </p:nvSpPr>
        <p:spPr/>
        <p:txBody>
          <a:bodyPr/>
          <a:lstStyle/>
          <a:p>
            <a:r>
              <a:rPr lang="en-GB"/>
              <a:t>Comparison</a:t>
            </a:r>
          </a:p>
        </p:txBody>
      </p:sp>
      <p:sp>
        <p:nvSpPr>
          <p:cNvPr id="7" name="Text Placeholder 6">
            <a:extLst>
              <a:ext uri="{FF2B5EF4-FFF2-40B4-BE49-F238E27FC236}">
                <a16:creationId xmlns:a16="http://schemas.microsoft.com/office/drawing/2014/main" id="{0ECAA93E-5B27-2C88-DACD-9F6FF77603C0}"/>
              </a:ext>
            </a:extLst>
          </p:cNvPr>
          <p:cNvSpPr>
            <a:spLocks noGrp="1"/>
          </p:cNvSpPr>
          <p:nvPr>
            <p:ph type="body" sz="quarter" idx="45"/>
          </p:nvPr>
        </p:nvSpPr>
        <p:spPr/>
        <p:txBody>
          <a:bodyPr/>
          <a:lstStyle/>
          <a:p>
            <a:r>
              <a:rPr lang="en-GB"/>
              <a:t>Challenges</a:t>
            </a:r>
          </a:p>
        </p:txBody>
      </p:sp>
      <p:sp>
        <p:nvSpPr>
          <p:cNvPr id="8" name="Text Placeholder 7">
            <a:extLst>
              <a:ext uri="{FF2B5EF4-FFF2-40B4-BE49-F238E27FC236}">
                <a16:creationId xmlns:a16="http://schemas.microsoft.com/office/drawing/2014/main" id="{11CC1FA2-7654-2458-764C-B760478942E3}"/>
              </a:ext>
            </a:extLst>
          </p:cNvPr>
          <p:cNvSpPr>
            <a:spLocks noGrp="1"/>
          </p:cNvSpPr>
          <p:nvPr>
            <p:ph type="body" sz="quarter" idx="46"/>
          </p:nvPr>
        </p:nvSpPr>
        <p:spPr/>
        <p:txBody>
          <a:bodyPr/>
          <a:lstStyle/>
          <a:p>
            <a:r>
              <a:rPr lang="en-GB"/>
              <a:t>Future</a:t>
            </a:r>
          </a:p>
        </p:txBody>
      </p:sp>
      <p:sp>
        <p:nvSpPr>
          <p:cNvPr id="11" name="Text Placeholder 10">
            <a:extLst>
              <a:ext uri="{FF2B5EF4-FFF2-40B4-BE49-F238E27FC236}">
                <a16:creationId xmlns:a16="http://schemas.microsoft.com/office/drawing/2014/main" id="{01797E9C-EC5E-982E-1C26-0DE4E07EB045}"/>
              </a:ext>
            </a:extLst>
          </p:cNvPr>
          <p:cNvSpPr>
            <a:spLocks noGrp="1"/>
          </p:cNvSpPr>
          <p:nvPr>
            <p:ph type="body" sz="quarter" idx="49"/>
          </p:nvPr>
        </p:nvSpPr>
        <p:spPr/>
        <p:txBody>
          <a:bodyPr/>
          <a:lstStyle/>
          <a:p>
            <a:endParaRPr lang="en-GB"/>
          </a:p>
        </p:txBody>
      </p:sp>
      <p:sp>
        <p:nvSpPr>
          <p:cNvPr id="12" name="Text Placeholder 11">
            <a:extLst>
              <a:ext uri="{FF2B5EF4-FFF2-40B4-BE49-F238E27FC236}">
                <a16:creationId xmlns:a16="http://schemas.microsoft.com/office/drawing/2014/main" id="{8C2C188B-0953-3E70-1CAB-F87D7149FA32}"/>
              </a:ext>
            </a:extLst>
          </p:cNvPr>
          <p:cNvSpPr>
            <a:spLocks noGrp="1"/>
          </p:cNvSpPr>
          <p:nvPr>
            <p:ph type="body" sz="quarter" idx="50"/>
          </p:nvPr>
        </p:nvSpPr>
        <p:spPr/>
        <p:txBody>
          <a:bodyPr/>
          <a:lstStyle/>
          <a:p>
            <a:endParaRPr lang="en-GB"/>
          </a:p>
        </p:txBody>
      </p:sp>
      <p:sp>
        <p:nvSpPr>
          <p:cNvPr id="13" name="Text Placeholder 12">
            <a:extLst>
              <a:ext uri="{FF2B5EF4-FFF2-40B4-BE49-F238E27FC236}">
                <a16:creationId xmlns:a16="http://schemas.microsoft.com/office/drawing/2014/main" id="{2CE5F097-E5AB-C8F4-E615-01B6B2D0CCC9}"/>
              </a:ext>
            </a:extLst>
          </p:cNvPr>
          <p:cNvSpPr>
            <a:spLocks noGrp="1"/>
          </p:cNvSpPr>
          <p:nvPr>
            <p:ph type="body" sz="quarter" idx="51"/>
          </p:nvPr>
        </p:nvSpPr>
        <p:spPr/>
        <p:txBody>
          <a:bodyPr/>
          <a:lstStyle/>
          <a:p>
            <a:endParaRPr lang="en-GB"/>
          </a:p>
        </p:txBody>
      </p:sp>
      <p:sp>
        <p:nvSpPr>
          <p:cNvPr id="14" name="Text Placeholder 13">
            <a:extLst>
              <a:ext uri="{FF2B5EF4-FFF2-40B4-BE49-F238E27FC236}">
                <a16:creationId xmlns:a16="http://schemas.microsoft.com/office/drawing/2014/main" id="{4241A69F-8973-2CCD-6B91-89D00948681F}"/>
              </a:ext>
            </a:extLst>
          </p:cNvPr>
          <p:cNvSpPr>
            <a:spLocks noGrp="1"/>
          </p:cNvSpPr>
          <p:nvPr>
            <p:ph type="body" sz="quarter" idx="52"/>
          </p:nvPr>
        </p:nvSpPr>
        <p:spPr/>
        <p:txBody>
          <a:bodyPr/>
          <a:lstStyle/>
          <a:p>
            <a:endParaRPr lang="en-GB"/>
          </a:p>
        </p:txBody>
      </p:sp>
      <p:sp>
        <p:nvSpPr>
          <p:cNvPr id="15" name="Text Placeholder 14">
            <a:extLst>
              <a:ext uri="{FF2B5EF4-FFF2-40B4-BE49-F238E27FC236}">
                <a16:creationId xmlns:a16="http://schemas.microsoft.com/office/drawing/2014/main" id="{EA65F309-DD94-E4FC-A6FC-22E16392B721}"/>
              </a:ext>
            </a:extLst>
          </p:cNvPr>
          <p:cNvSpPr>
            <a:spLocks noGrp="1"/>
          </p:cNvSpPr>
          <p:nvPr>
            <p:ph type="body" sz="quarter" idx="53"/>
          </p:nvPr>
        </p:nvSpPr>
        <p:spPr/>
        <p:txBody>
          <a:bodyPr/>
          <a:lstStyle/>
          <a:p>
            <a:endParaRPr lang="en-GB"/>
          </a:p>
        </p:txBody>
      </p:sp>
      <p:sp>
        <p:nvSpPr>
          <p:cNvPr id="16" name="Text Placeholder 15">
            <a:extLst>
              <a:ext uri="{FF2B5EF4-FFF2-40B4-BE49-F238E27FC236}">
                <a16:creationId xmlns:a16="http://schemas.microsoft.com/office/drawing/2014/main" id="{ACD92286-7239-7D98-F7A6-AE45BF1754F1}"/>
              </a:ext>
            </a:extLst>
          </p:cNvPr>
          <p:cNvSpPr>
            <a:spLocks noGrp="1"/>
          </p:cNvSpPr>
          <p:nvPr>
            <p:ph type="body" sz="quarter" idx="54"/>
          </p:nvPr>
        </p:nvSpPr>
        <p:spPr/>
        <p:txBody>
          <a:bodyPr/>
          <a:lstStyle/>
          <a:p>
            <a:endParaRPr lang="en-GB"/>
          </a:p>
        </p:txBody>
      </p:sp>
      <p:sp>
        <p:nvSpPr>
          <p:cNvPr id="17" name="Text Placeholder 16">
            <a:extLst>
              <a:ext uri="{FF2B5EF4-FFF2-40B4-BE49-F238E27FC236}">
                <a16:creationId xmlns:a16="http://schemas.microsoft.com/office/drawing/2014/main" id="{F04F1575-C712-C214-035E-60B98EA0ED90}"/>
              </a:ext>
            </a:extLst>
          </p:cNvPr>
          <p:cNvSpPr>
            <a:spLocks noGrp="1"/>
          </p:cNvSpPr>
          <p:nvPr>
            <p:ph type="body" sz="quarter" idx="55"/>
          </p:nvPr>
        </p:nvSpPr>
        <p:spPr/>
        <p:txBody>
          <a:bodyPr/>
          <a:lstStyle/>
          <a:p>
            <a:endParaRPr lang="en-GB"/>
          </a:p>
        </p:txBody>
      </p:sp>
      <p:sp>
        <p:nvSpPr>
          <p:cNvPr id="18" name="Text Placeholder 17">
            <a:extLst>
              <a:ext uri="{FF2B5EF4-FFF2-40B4-BE49-F238E27FC236}">
                <a16:creationId xmlns:a16="http://schemas.microsoft.com/office/drawing/2014/main" id="{D53DA571-9AFB-7C46-7511-23966B62D654}"/>
              </a:ext>
            </a:extLst>
          </p:cNvPr>
          <p:cNvSpPr>
            <a:spLocks noGrp="1"/>
          </p:cNvSpPr>
          <p:nvPr>
            <p:ph type="body" sz="quarter" idx="56"/>
          </p:nvPr>
        </p:nvSpPr>
        <p:spPr/>
        <p:txBody>
          <a:bodyPr/>
          <a:lstStyle/>
          <a:p>
            <a:endParaRPr lang="en-GB"/>
          </a:p>
        </p:txBody>
      </p:sp>
      <p:sp>
        <p:nvSpPr>
          <p:cNvPr id="20" name="Text Placeholder 19">
            <a:extLst>
              <a:ext uri="{FF2B5EF4-FFF2-40B4-BE49-F238E27FC236}">
                <a16:creationId xmlns:a16="http://schemas.microsoft.com/office/drawing/2014/main" id="{D9FECAFB-DEEB-58A0-5088-7BB447D5464B}"/>
              </a:ext>
            </a:extLst>
          </p:cNvPr>
          <p:cNvSpPr>
            <a:spLocks noGrp="1"/>
          </p:cNvSpPr>
          <p:nvPr>
            <p:ph type="body" sz="quarter" idx="47"/>
          </p:nvPr>
        </p:nvSpPr>
        <p:spPr/>
        <p:txBody>
          <a:bodyPr/>
          <a:lstStyle/>
          <a:p>
            <a:endParaRPr lang="en-GB" dirty="0"/>
          </a:p>
        </p:txBody>
      </p:sp>
      <p:sp>
        <p:nvSpPr>
          <p:cNvPr id="22" name="Text Placeholder 21">
            <a:extLst>
              <a:ext uri="{FF2B5EF4-FFF2-40B4-BE49-F238E27FC236}">
                <a16:creationId xmlns:a16="http://schemas.microsoft.com/office/drawing/2014/main" id="{DDB77BA1-DD61-5644-9D93-EFA6E25B77AA}"/>
              </a:ext>
            </a:extLst>
          </p:cNvPr>
          <p:cNvSpPr>
            <a:spLocks noGrp="1"/>
          </p:cNvSpPr>
          <p:nvPr>
            <p:ph type="body" sz="quarter" idx="48"/>
          </p:nvPr>
        </p:nvSpPr>
        <p:spPr/>
        <p:txBody>
          <a:bodyPr/>
          <a:lstStyle/>
          <a:p>
            <a:endParaRPr lang="en-GB"/>
          </a:p>
        </p:txBody>
      </p:sp>
    </p:spTree>
    <p:extLst>
      <p:ext uri="{BB962C8B-B14F-4D97-AF65-F5344CB8AC3E}">
        <p14:creationId xmlns:p14="http://schemas.microsoft.com/office/powerpoint/2010/main" val="35315286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28B70A0D-C7FF-8BF1-025D-9B3216464E78}"/>
              </a:ext>
            </a:extLst>
          </p:cNvPr>
          <p:cNvPicPr>
            <a:picLocks noGrp="1" noChangeAspect="1"/>
          </p:cNvPicPr>
          <p:nvPr>
            <p:ph type="pic" sz="quarter" idx="13"/>
          </p:nvPr>
        </p:nvPicPr>
        <p:blipFill>
          <a:blip r:embed="rId2"/>
          <a:srcRect t="7931" b="7931"/>
          <a:stretch>
            <a:fillRect/>
          </a:stretch>
        </p:blipFill>
        <p:spPr/>
      </p:pic>
      <p:sp>
        <p:nvSpPr>
          <p:cNvPr id="3" name="Title 2">
            <a:extLst>
              <a:ext uri="{FF2B5EF4-FFF2-40B4-BE49-F238E27FC236}">
                <a16:creationId xmlns:a16="http://schemas.microsoft.com/office/drawing/2014/main" id="{51F95951-AC96-CC58-2F44-A24DAFAE2717}"/>
              </a:ext>
            </a:extLst>
          </p:cNvPr>
          <p:cNvSpPr>
            <a:spLocks noGrp="1"/>
          </p:cNvSpPr>
          <p:nvPr>
            <p:ph type="title"/>
          </p:nvPr>
        </p:nvSpPr>
        <p:spPr/>
        <p:txBody>
          <a:bodyPr/>
          <a:lstStyle/>
          <a:p>
            <a:r>
              <a:rPr lang="en-GB"/>
              <a:t>Introduction to PoS</a:t>
            </a:r>
          </a:p>
        </p:txBody>
      </p:sp>
      <p:sp>
        <p:nvSpPr>
          <p:cNvPr id="4" name="Text Placeholder 3">
            <a:extLst>
              <a:ext uri="{FF2B5EF4-FFF2-40B4-BE49-F238E27FC236}">
                <a16:creationId xmlns:a16="http://schemas.microsoft.com/office/drawing/2014/main" id="{5CDE221F-7F70-011E-D3D0-C1A2B3912152}"/>
              </a:ext>
            </a:extLst>
          </p:cNvPr>
          <p:cNvSpPr>
            <a:spLocks noGrp="1"/>
          </p:cNvSpPr>
          <p:nvPr>
            <p:ph type="body" sz="quarter" idx="15"/>
          </p:nvPr>
        </p:nvSpPr>
        <p:spPr/>
        <p:txBody>
          <a:bodyPr/>
          <a:lstStyle/>
          <a:p>
            <a:r>
              <a:rPr lang="en-GB"/>
              <a:t>Proof of Stake (PoS) is a decentralized consensus algorithm used by blockchain networks to validate transactions and create new blocks. It enables participants to earn rewards based on the number of coins they hold and are willing to 'stake' as collateral, making it energy-efficient compared to traditional mining.</a:t>
            </a:r>
          </a:p>
        </p:txBody>
      </p:sp>
      <p:sp>
        <p:nvSpPr>
          <p:cNvPr id="5" name="Text Placeholder 4">
            <a:extLst>
              <a:ext uri="{FF2B5EF4-FFF2-40B4-BE49-F238E27FC236}">
                <a16:creationId xmlns:a16="http://schemas.microsoft.com/office/drawing/2014/main" id="{0D72654A-9762-3EB5-2BA3-F810BA2772C2}"/>
              </a:ext>
            </a:extLst>
          </p:cNvPr>
          <p:cNvSpPr>
            <a:spLocks noGrp="1"/>
          </p:cNvSpPr>
          <p:nvPr>
            <p:ph type="body" sz="quarter" idx="16"/>
          </p:nvPr>
        </p:nvSpPr>
        <p:spPr/>
        <p:txBody>
          <a:bodyPr/>
          <a:lstStyle/>
          <a:p>
            <a:r>
              <a:rPr lang="en-GB"/>
              <a:t>Defining Proof of Stake</a:t>
            </a:r>
          </a:p>
        </p:txBody>
      </p:sp>
    </p:spTree>
    <p:extLst>
      <p:ext uri="{BB962C8B-B14F-4D97-AF65-F5344CB8AC3E}">
        <p14:creationId xmlns:p14="http://schemas.microsoft.com/office/powerpoint/2010/main" val="21282136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EE7A407-74CF-2C93-BC51-1B9CDA30D0B7}"/>
              </a:ext>
            </a:extLst>
          </p:cNvPr>
          <p:cNvSpPr>
            <a:spLocks noGrp="1"/>
          </p:cNvSpPr>
          <p:nvPr>
            <p:ph type="body" sz="quarter" idx="15"/>
          </p:nvPr>
        </p:nvSpPr>
        <p:spPr/>
        <p:txBody>
          <a:bodyPr/>
          <a:lstStyle/>
          <a:p>
            <a:r>
              <a:rPr lang="en-GB"/>
              <a:t>In a proof of stake, validators must lock up specific coins as collateral to ensure their commitment to the network's integrity.</a:t>
            </a:r>
          </a:p>
        </p:txBody>
      </p:sp>
      <p:sp>
        <p:nvSpPr>
          <p:cNvPr id="3" name="Text Placeholder 2">
            <a:extLst>
              <a:ext uri="{FF2B5EF4-FFF2-40B4-BE49-F238E27FC236}">
                <a16:creationId xmlns:a16="http://schemas.microsoft.com/office/drawing/2014/main" id="{9C1D465E-7FC9-4937-2F9A-B1A91A57B0BD}"/>
              </a:ext>
            </a:extLst>
          </p:cNvPr>
          <p:cNvSpPr>
            <a:spLocks noGrp="1"/>
          </p:cNvSpPr>
          <p:nvPr>
            <p:ph type="body" sz="quarter" idx="16"/>
          </p:nvPr>
        </p:nvSpPr>
        <p:spPr/>
        <p:txBody>
          <a:bodyPr/>
          <a:lstStyle/>
          <a:p>
            <a:r>
              <a:rPr lang="en-GB"/>
              <a:t>Participant Stakes Coins</a:t>
            </a:r>
          </a:p>
        </p:txBody>
      </p:sp>
      <p:sp>
        <p:nvSpPr>
          <p:cNvPr id="4" name="Title 3">
            <a:extLst>
              <a:ext uri="{FF2B5EF4-FFF2-40B4-BE49-F238E27FC236}">
                <a16:creationId xmlns:a16="http://schemas.microsoft.com/office/drawing/2014/main" id="{488BD499-7B9C-D16A-D216-2B030729BA8F}"/>
              </a:ext>
            </a:extLst>
          </p:cNvPr>
          <p:cNvSpPr>
            <a:spLocks noGrp="1"/>
          </p:cNvSpPr>
          <p:nvPr>
            <p:ph type="title"/>
          </p:nvPr>
        </p:nvSpPr>
        <p:spPr/>
        <p:txBody>
          <a:bodyPr/>
          <a:lstStyle/>
          <a:p>
            <a:r>
              <a:rPr lang="en-GB"/>
              <a:t>Working Mechanism</a:t>
            </a:r>
          </a:p>
        </p:txBody>
      </p:sp>
      <p:sp>
        <p:nvSpPr>
          <p:cNvPr id="5" name="Text Placeholder 4">
            <a:extLst>
              <a:ext uri="{FF2B5EF4-FFF2-40B4-BE49-F238E27FC236}">
                <a16:creationId xmlns:a16="http://schemas.microsoft.com/office/drawing/2014/main" id="{C9B50E9D-876B-8B20-DB60-7DE0503D604D}"/>
              </a:ext>
            </a:extLst>
          </p:cNvPr>
          <p:cNvSpPr>
            <a:spLocks noGrp="1"/>
          </p:cNvSpPr>
          <p:nvPr>
            <p:ph type="body" sz="quarter" idx="42"/>
          </p:nvPr>
        </p:nvSpPr>
        <p:spPr/>
        <p:txBody>
          <a:bodyPr/>
          <a:lstStyle/>
          <a:p>
            <a:r>
              <a:rPr lang="en-GB"/>
              <a:t>Validators are selected for block creation based on the amount of cryptocurrency they have staked, promoting fairness and security.</a:t>
            </a:r>
          </a:p>
        </p:txBody>
      </p:sp>
      <p:sp>
        <p:nvSpPr>
          <p:cNvPr id="6" name="Text Placeholder 5">
            <a:extLst>
              <a:ext uri="{FF2B5EF4-FFF2-40B4-BE49-F238E27FC236}">
                <a16:creationId xmlns:a16="http://schemas.microsoft.com/office/drawing/2014/main" id="{984B85EB-1686-A93E-A82B-1BEAB45376C1}"/>
              </a:ext>
            </a:extLst>
          </p:cNvPr>
          <p:cNvSpPr>
            <a:spLocks noGrp="1"/>
          </p:cNvSpPr>
          <p:nvPr>
            <p:ph type="body" sz="quarter" idx="43"/>
          </p:nvPr>
        </p:nvSpPr>
        <p:spPr/>
        <p:txBody>
          <a:bodyPr/>
          <a:lstStyle/>
          <a:p>
            <a:r>
              <a:rPr lang="en-GB"/>
              <a:t>Validator Selection Process</a:t>
            </a:r>
          </a:p>
        </p:txBody>
      </p:sp>
      <p:sp>
        <p:nvSpPr>
          <p:cNvPr id="7" name="Text Placeholder 6">
            <a:extLst>
              <a:ext uri="{FF2B5EF4-FFF2-40B4-BE49-F238E27FC236}">
                <a16:creationId xmlns:a16="http://schemas.microsoft.com/office/drawing/2014/main" id="{049D1534-75BB-D571-FD5D-D829351DF2C3}"/>
              </a:ext>
            </a:extLst>
          </p:cNvPr>
          <p:cNvSpPr>
            <a:spLocks noGrp="1"/>
          </p:cNvSpPr>
          <p:nvPr>
            <p:ph type="body" sz="quarter" idx="44"/>
          </p:nvPr>
        </p:nvSpPr>
        <p:spPr/>
        <p:txBody>
          <a:bodyPr/>
          <a:lstStyle/>
          <a:p>
            <a:r>
              <a:rPr lang="en-GB"/>
              <a:t>Selected validators validate transactions, which are then recorded on the blockchain, ensuring accuracy and transparency.</a:t>
            </a:r>
          </a:p>
        </p:txBody>
      </p:sp>
      <p:sp>
        <p:nvSpPr>
          <p:cNvPr id="8" name="Text Placeholder 7">
            <a:extLst>
              <a:ext uri="{FF2B5EF4-FFF2-40B4-BE49-F238E27FC236}">
                <a16:creationId xmlns:a16="http://schemas.microsoft.com/office/drawing/2014/main" id="{6FEA06D4-8F30-C54E-EC9A-4C11683081AA}"/>
              </a:ext>
            </a:extLst>
          </p:cNvPr>
          <p:cNvSpPr>
            <a:spLocks noGrp="1"/>
          </p:cNvSpPr>
          <p:nvPr>
            <p:ph type="body" sz="quarter" idx="45"/>
          </p:nvPr>
        </p:nvSpPr>
        <p:spPr/>
        <p:txBody>
          <a:bodyPr/>
          <a:lstStyle/>
          <a:p>
            <a:r>
              <a:rPr lang="en-GB"/>
              <a:t>Transaction Validation</a:t>
            </a:r>
          </a:p>
        </p:txBody>
      </p:sp>
    </p:spTree>
    <p:extLst>
      <p:ext uri="{BB962C8B-B14F-4D97-AF65-F5344CB8AC3E}">
        <p14:creationId xmlns:p14="http://schemas.microsoft.com/office/powerpoint/2010/main" val="32524690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F850B-594D-4203-5B36-CB3F5FA9DCCD}"/>
              </a:ext>
            </a:extLst>
          </p:cNvPr>
          <p:cNvSpPr>
            <a:spLocks noGrp="1"/>
          </p:cNvSpPr>
          <p:nvPr>
            <p:ph type="title"/>
          </p:nvPr>
        </p:nvSpPr>
        <p:spPr/>
        <p:txBody>
          <a:bodyPr/>
          <a:lstStyle/>
          <a:p>
            <a:r>
              <a:rPr lang="en-GB"/>
              <a:t>Advantages of PoS</a:t>
            </a:r>
          </a:p>
        </p:txBody>
      </p:sp>
      <p:sp>
        <p:nvSpPr>
          <p:cNvPr id="3" name="Text Placeholder 2">
            <a:extLst>
              <a:ext uri="{FF2B5EF4-FFF2-40B4-BE49-F238E27FC236}">
                <a16:creationId xmlns:a16="http://schemas.microsoft.com/office/drawing/2014/main" id="{31194265-B084-B216-FA68-5A310172C7B9}"/>
              </a:ext>
            </a:extLst>
          </p:cNvPr>
          <p:cNvSpPr>
            <a:spLocks noGrp="1"/>
          </p:cNvSpPr>
          <p:nvPr>
            <p:ph type="body" sz="quarter" idx="15"/>
          </p:nvPr>
        </p:nvSpPr>
        <p:spPr/>
        <p:txBody>
          <a:bodyPr/>
          <a:lstStyle/>
          <a:p>
            <a:r>
              <a:rPr lang="en-GB"/>
              <a:t>The Proof of Stake (PoS) algorithm significantly lowers energy needs compared to the traditional Proof of Work (PoW) model. This energy efficiency makes PoS a more sustainable choice for blockchain operations.</a:t>
            </a:r>
          </a:p>
        </p:txBody>
      </p:sp>
      <p:sp>
        <p:nvSpPr>
          <p:cNvPr id="4" name="Text Placeholder 3">
            <a:extLst>
              <a:ext uri="{FF2B5EF4-FFF2-40B4-BE49-F238E27FC236}">
                <a16:creationId xmlns:a16="http://schemas.microsoft.com/office/drawing/2014/main" id="{194F49F4-A53A-AC1F-0018-87136E14AB1D}"/>
              </a:ext>
            </a:extLst>
          </p:cNvPr>
          <p:cNvSpPr>
            <a:spLocks noGrp="1"/>
          </p:cNvSpPr>
          <p:nvPr>
            <p:ph type="body" sz="quarter" idx="16"/>
          </p:nvPr>
        </p:nvSpPr>
        <p:spPr/>
        <p:txBody>
          <a:bodyPr/>
          <a:lstStyle/>
          <a:p>
            <a:r>
              <a:rPr lang="en-GB"/>
              <a:t>Lower Energy Consumption</a:t>
            </a:r>
          </a:p>
        </p:txBody>
      </p:sp>
      <p:pic>
        <p:nvPicPr>
          <p:cNvPr id="8" name="Picture Placeholder 7">
            <a:extLst>
              <a:ext uri="{FF2B5EF4-FFF2-40B4-BE49-F238E27FC236}">
                <a16:creationId xmlns:a16="http://schemas.microsoft.com/office/drawing/2014/main" id="{85175280-8D75-919E-66BE-06A53BBEC8B7}"/>
              </a:ext>
            </a:extLst>
          </p:cNvPr>
          <p:cNvPicPr>
            <a:picLocks noGrp="1" noChangeAspect="1"/>
          </p:cNvPicPr>
          <p:nvPr>
            <p:ph type="pic" sz="quarter" idx="13"/>
          </p:nvPr>
        </p:nvPicPr>
        <p:blipFill>
          <a:blip r:embed="rId2"/>
          <a:srcRect t="37978" b="37978"/>
          <a:stretch>
            <a:fillRect/>
          </a:stretch>
        </p:blipFill>
        <p:spPr/>
      </p:pic>
      <p:sp>
        <p:nvSpPr>
          <p:cNvPr id="6" name="Text Placeholder 5">
            <a:extLst>
              <a:ext uri="{FF2B5EF4-FFF2-40B4-BE49-F238E27FC236}">
                <a16:creationId xmlns:a16="http://schemas.microsoft.com/office/drawing/2014/main" id="{355C8D78-1540-D6A3-1DE3-BD629335B1D0}"/>
              </a:ext>
            </a:extLst>
          </p:cNvPr>
          <p:cNvSpPr>
            <a:spLocks noGrp="1"/>
          </p:cNvSpPr>
          <p:nvPr>
            <p:ph type="body" sz="quarter" idx="42"/>
          </p:nvPr>
        </p:nvSpPr>
        <p:spPr/>
        <p:txBody>
          <a:bodyPr/>
          <a:lstStyle/>
          <a:p>
            <a:r>
              <a:rPr lang="en-GB"/>
              <a:t>Validators in a PoS system have substantial stakes in the network, which enhances its security. Their financial investment motivates them to act honestly, thus protecting the network against malicious actions.</a:t>
            </a:r>
          </a:p>
        </p:txBody>
      </p:sp>
      <p:sp>
        <p:nvSpPr>
          <p:cNvPr id="7" name="Text Placeholder 6">
            <a:extLst>
              <a:ext uri="{FF2B5EF4-FFF2-40B4-BE49-F238E27FC236}">
                <a16:creationId xmlns:a16="http://schemas.microsoft.com/office/drawing/2014/main" id="{00655543-4BE5-5FF5-D0BD-BE17EB2B11A5}"/>
              </a:ext>
            </a:extLst>
          </p:cNvPr>
          <p:cNvSpPr>
            <a:spLocks noGrp="1"/>
          </p:cNvSpPr>
          <p:nvPr>
            <p:ph type="body" sz="quarter" idx="43"/>
          </p:nvPr>
        </p:nvSpPr>
        <p:spPr/>
        <p:txBody>
          <a:bodyPr/>
          <a:lstStyle/>
          <a:p>
            <a:r>
              <a:rPr lang="en-GB"/>
              <a:t>Increased Security</a:t>
            </a:r>
          </a:p>
        </p:txBody>
      </p:sp>
    </p:spTree>
    <p:extLst>
      <p:ext uri="{BB962C8B-B14F-4D97-AF65-F5344CB8AC3E}">
        <p14:creationId xmlns:p14="http://schemas.microsoft.com/office/powerpoint/2010/main" val="16178776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
    <p:bg>
      <p:bgPr>
        <a:solidFill>
          <a:srgbClr val="FCFAF7"/>
        </a:solidFill>
        <a:effectLst/>
      </p:bgPr>
    </p:bg>
    <p:spTree>
      <p:nvGrpSpPr>
        <p:cNvPr id="1" name=""/>
        <p:cNvGrpSpPr/>
        <p:nvPr/>
      </p:nvGrpSpPr>
      <p:grpSpPr>
        <a:xfrm>
          <a:off x="0" y="0"/>
          <a:ext cx="0" cy="0"/>
          <a:chOff x="0" y="0"/>
          <a:chExt cx="0" cy="0"/>
        </a:xfrm>
      </p:grpSpPr>
      <p:graphicFrame>
        <p:nvGraphicFramePr>
          <p:cNvPr id="2" name="Table 0"/>
          <p:cNvGraphicFramePr>
            <a:graphicFrameLocks noGrp="1"/>
          </p:cNvGraphicFramePr>
          <p:nvPr/>
        </p:nvGraphicFramePr>
        <p:xfrm>
          <a:off x="609600" y="2560320"/>
          <a:ext cx="10363200" cy="3621024"/>
        </p:xfrm>
        <a:graphic>
          <a:graphicData uri="http://schemas.openxmlformats.org/drawingml/2006/table">
            <a:tbl>
              <a:tblPr/>
              <a:tblGrid>
                <a:gridCol w="3454400">
                  <a:extLst>
                    <a:ext uri="{9D8B030D-6E8A-4147-A177-3AD203B41FA5}">
                      <a16:colId xmlns:a16="http://schemas.microsoft.com/office/drawing/2014/main" val="20000"/>
                    </a:ext>
                  </a:extLst>
                </a:gridCol>
                <a:gridCol w="3454400">
                  <a:extLst>
                    <a:ext uri="{9D8B030D-6E8A-4147-A177-3AD203B41FA5}">
                      <a16:colId xmlns:a16="http://schemas.microsoft.com/office/drawing/2014/main" val="20001"/>
                    </a:ext>
                  </a:extLst>
                </a:gridCol>
                <a:gridCol w="3454400">
                  <a:extLst>
                    <a:ext uri="{9D8B030D-6E8A-4147-A177-3AD203B41FA5}">
                      <a16:colId xmlns:a16="http://schemas.microsoft.com/office/drawing/2014/main" val="20002"/>
                    </a:ext>
                  </a:extLst>
                </a:gridCol>
              </a:tblGrid>
              <a:tr h="603504">
                <a:tc>
                  <a:txBody>
                    <a:bodyPr/>
                    <a:lstStyle/>
                    <a:p>
                      <a:pPr marL="0" indent="0">
                        <a:buNone/>
                      </a:pPr>
                      <a:r>
                        <a:rPr lang="en-US" sz="1400" dirty="0">
                          <a:solidFill>
                            <a:srgbClr val="FFFFFF"/>
                          </a:solidFill>
                          <a:latin typeface="Arial Bold" pitchFamily="34" charset="0"/>
                          <a:ea typeface="Arial Bold" pitchFamily="34" charset="-122"/>
                          <a:cs typeface="Arial Bold" pitchFamily="34" charset="-120"/>
                        </a:rPr>
                        <a:t>METRIC</a:t>
                      </a:r>
                      <a:endParaRPr lang="en-US" sz="1400" dirty="0">
                        <a:latin typeface="Arial Bold" charset="0"/>
                        <a:ea typeface="Arial Bold" charset="0"/>
                        <a:cs typeface="Arial Bold" charset="0"/>
                      </a:endParaRPr>
                    </a:p>
                  </a:txBody>
                  <a:tcPr marL="195072" marR="195072" marT="195072" marB="19507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B3621"/>
                    </a:solidFill>
                  </a:tcPr>
                </a:tc>
                <a:tc>
                  <a:txBody>
                    <a:bodyPr/>
                    <a:lstStyle/>
                    <a:p>
                      <a:pPr marL="0" indent="0">
                        <a:buNone/>
                      </a:pPr>
                      <a:r>
                        <a:rPr lang="en-US" sz="1400" dirty="0">
                          <a:solidFill>
                            <a:srgbClr val="FFFFFF"/>
                          </a:solidFill>
                          <a:latin typeface="Arial Bold" pitchFamily="34" charset="0"/>
                          <a:ea typeface="Arial Bold" pitchFamily="34" charset="-122"/>
                          <a:cs typeface="Arial Bold" pitchFamily="34" charset="-120"/>
                        </a:rPr>
                        <a:t>PROOF OF STAKE (POS)</a:t>
                      </a:r>
                      <a:endParaRPr lang="en-US" sz="1400" dirty="0">
                        <a:latin typeface="Arial Bold" charset="0"/>
                        <a:ea typeface="Arial Bold" charset="0"/>
                        <a:cs typeface="Arial Bold" charset="0"/>
                      </a:endParaRPr>
                    </a:p>
                  </a:txBody>
                  <a:tcPr marL="195072" marR="195072" marT="195072" marB="19507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B3621"/>
                    </a:solidFill>
                  </a:tcPr>
                </a:tc>
                <a:tc>
                  <a:txBody>
                    <a:bodyPr/>
                    <a:lstStyle/>
                    <a:p>
                      <a:pPr marL="0" indent="0">
                        <a:buNone/>
                      </a:pPr>
                      <a:r>
                        <a:rPr lang="en-US" sz="1400" dirty="0">
                          <a:solidFill>
                            <a:srgbClr val="FFFFFF"/>
                          </a:solidFill>
                          <a:latin typeface="Arial Bold" pitchFamily="34" charset="0"/>
                          <a:ea typeface="Arial Bold" pitchFamily="34" charset="-122"/>
                          <a:cs typeface="Arial Bold" pitchFamily="34" charset="-120"/>
                        </a:rPr>
                        <a:t>PROOF OF WORK (POW)</a:t>
                      </a:r>
                      <a:endParaRPr lang="en-US" sz="1400" dirty="0">
                        <a:latin typeface="Arial Bold" charset="0"/>
                        <a:ea typeface="Arial Bold" charset="0"/>
                        <a:cs typeface="Arial Bold" charset="0"/>
                      </a:endParaRPr>
                    </a:p>
                  </a:txBody>
                  <a:tcPr marL="195072" marR="195072" marT="195072" marB="19507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B3621"/>
                    </a:solidFill>
                  </a:tcPr>
                </a:tc>
                <a:extLst>
                  <a:ext uri="{0D108BD9-81ED-4DB2-BD59-A6C34878D82A}">
                    <a16:rowId xmlns:a16="http://schemas.microsoft.com/office/drawing/2014/main" val="10000"/>
                  </a:ext>
                </a:extLst>
              </a:tr>
              <a:tr h="603504">
                <a:tc>
                  <a:txBody>
                    <a:bodyPr/>
                    <a:lstStyle/>
                    <a:p>
                      <a:pPr marL="0" indent="0">
                        <a:buNone/>
                      </a:pPr>
                      <a:r>
                        <a:rPr lang="en-US" sz="1400" dirty="0">
                          <a:solidFill>
                            <a:srgbClr val="000000"/>
                          </a:solidFill>
                          <a:latin typeface="Arial" pitchFamily="34" charset="0"/>
                          <a:ea typeface="Arial" pitchFamily="34" charset="-122"/>
                          <a:cs typeface="Arial" pitchFamily="34" charset="-120"/>
                        </a:rPr>
                        <a:t>Energy Use</a:t>
                      </a:r>
                      <a:endParaRPr lang="en-US" sz="1400" dirty="0">
                        <a:latin typeface="Arial" charset="0"/>
                        <a:ea typeface="Arial" charset="0"/>
                        <a:cs typeface="Arial" charset="0"/>
                      </a:endParaRPr>
                    </a:p>
                  </a:txBody>
                  <a:tcPr marL="195072" marR="195072" marT="195072" marB="19507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8E8"/>
                    </a:solidFill>
                  </a:tcPr>
                </a:tc>
                <a:tc>
                  <a:txBody>
                    <a:bodyPr/>
                    <a:lstStyle/>
                    <a:p>
                      <a:pPr marL="0" indent="0">
                        <a:buNone/>
                      </a:pPr>
                      <a:r>
                        <a:rPr lang="en-US" sz="1400" dirty="0">
                          <a:solidFill>
                            <a:srgbClr val="000000"/>
                          </a:solidFill>
                          <a:latin typeface="Arial" pitchFamily="34" charset="0"/>
                          <a:ea typeface="Arial" pitchFamily="34" charset="-122"/>
                          <a:cs typeface="Arial" pitchFamily="34" charset="-120"/>
                        </a:rPr>
                        <a:t>Low</a:t>
                      </a:r>
                      <a:endParaRPr lang="en-US" sz="1400" dirty="0">
                        <a:latin typeface="Arial" charset="0"/>
                        <a:ea typeface="Arial" charset="0"/>
                        <a:cs typeface="Arial" charset="0"/>
                      </a:endParaRPr>
                    </a:p>
                  </a:txBody>
                  <a:tcPr marL="195072" marR="195072" marT="195072" marB="19507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8E8"/>
                    </a:solidFill>
                  </a:tcPr>
                </a:tc>
                <a:tc>
                  <a:txBody>
                    <a:bodyPr/>
                    <a:lstStyle/>
                    <a:p>
                      <a:pPr marL="0" indent="0">
                        <a:buNone/>
                      </a:pPr>
                      <a:r>
                        <a:rPr lang="en-US" sz="1400" dirty="0">
                          <a:solidFill>
                            <a:srgbClr val="000000"/>
                          </a:solidFill>
                          <a:latin typeface="Arial" pitchFamily="34" charset="0"/>
                          <a:ea typeface="Arial" pitchFamily="34" charset="-122"/>
                          <a:cs typeface="Arial" pitchFamily="34" charset="-120"/>
                        </a:rPr>
                        <a:t>High</a:t>
                      </a:r>
                      <a:endParaRPr lang="en-US" sz="1400" dirty="0">
                        <a:latin typeface="Arial" charset="0"/>
                        <a:ea typeface="Arial" charset="0"/>
                        <a:cs typeface="Arial" charset="0"/>
                      </a:endParaRPr>
                    </a:p>
                  </a:txBody>
                  <a:tcPr marL="195072" marR="195072" marT="195072" marB="19507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8E8"/>
                    </a:solidFill>
                  </a:tcPr>
                </a:tc>
                <a:extLst>
                  <a:ext uri="{0D108BD9-81ED-4DB2-BD59-A6C34878D82A}">
                    <a16:rowId xmlns:a16="http://schemas.microsoft.com/office/drawing/2014/main" val="10001"/>
                  </a:ext>
                </a:extLst>
              </a:tr>
              <a:tr h="603504">
                <a:tc>
                  <a:txBody>
                    <a:bodyPr/>
                    <a:lstStyle/>
                    <a:p>
                      <a:pPr marL="0" indent="0">
                        <a:buNone/>
                      </a:pPr>
                      <a:r>
                        <a:rPr lang="en-US" sz="1400" dirty="0">
                          <a:solidFill>
                            <a:srgbClr val="000000"/>
                          </a:solidFill>
                          <a:latin typeface="Arial" pitchFamily="34" charset="0"/>
                          <a:ea typeface="Arial" pitchFamily="34" charset="-122"/>
                          <a:cs typeface="Arial" pitchFamily="34" charset="-120"/>
                        </a:rPr>
                        <a:t>Cost</a:t>
                      </a:r>
                      <a:endParaRPr lang="en-US" sz="1400" dirty="0">
                        <a:latin typeface="Arial" charset="0"/>
                        <a:ea typeface="Arial" charset="0"/>
                        <a:cs typeface="Arial" charset="0"/>
                      </a:endParaRPr>
                    </a:p>
                  </a:txBody>
                  <a:tcPr marL="195072" marR="195072" marT="195072" marB="19507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CECC"/>
                    </a:solidFill>
                  </a:tcPr>
                </a:tc>
                <a:tc>
                  <a:txBody>
                    <a:bodyPr/>
                    <a:lstStyle/>
                    <a:p>
                      <a:pPr marL="0" indent="0">
                        <a:buNone/>
                      </a:pPr>
                      <a:r>
                        <a:rPr lang="en-US" sz="1400" dirty="0">
                          <a:solidFill>
                            <a:srgbClr val="000000"/>
                          </a:solidFill>
                          <a:latin typeface="Arial" pitchFamily="34" charset="0"/>
                          <a:ea typeface="Arial" pitchFamily="34" charset="-122"/>
                          <a:cs typeface="Arial" pitchFamily="34" charset="-120"/>
                        </a:rPr>
                        <a:t>Lower operational costs</a:t>
                      </a:r>
                      <a:endParaRPr lang="en-US" sz="1400" dirty="0">
                        <a:latin typeface="Arial" charset="0"/>
                        <a:ea typeface="Arial" charset="0"/>
                        <a:cs typeface="Arial" charset="0"/>
                      </a:endParaRPr>
                    </a:p>
                  </a:txBody>
                  <a:tcPr marL="195072" marR="195072" marT="195072" marB="19507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CECC"/>
                    </a:solidFill>
                  </a:tcPr>
                </a:tc>
                <a:tc>
                  <a:txBody>
                    <a:bodyPr/>
                    <a:lstStyle/>
                    <a:p>
                      <a:pPr marL="0" indent="0">
                        <a:buNone/>
                      </a:pPr>
                      <a:r>
                        <a:rPr lang="en-US" sz="1400" dirty="0">
                          <a:solidFill>
                            <a:srgbClr val="000000"/>
                          </a:solidFill>
                          <a:latin typeface="Arial" pitchFamily="34" charset="0"/>
                          <a:ea typeface="Arial" pitchFamily="34" charset="-122"/>
                          <a:cs typeface="Arial" pitchFamily="34" charset="-120"/>
                        </a:rPr>
                        <a:t>Higher operational costs</a:t>
                      </a:r>
                      <a:endParaRPr lang="en-US" sz="1400" dirty="0">
                        <a:latin typeface="Arial" charset="0"/>
                        <a:ea typeface="Arial" charset="0"/>
                        <a:cs typeface="Arial" charset="0"/>
                      </a:endParaRPr>
                    </a:p>
                  </a:txBody>
                  <a:tcPr marL="195072" marR="195072" marT="195072" marB="19507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CECC"/>
                    </a:solidFill>
                  </a:tcPr>
                </a:tc>
                <a:extLst>
                  <a:ext uri="{0D108BD9-81ED-4DB2-BD59-A6C34878D82A}">
                    <a16:rowId xmlns:a16="http://schemas.microsoft.com/office/drawing/2014/main" val="10002"/>
                  </a:ext>
                </a:extLst>
              </a:tr>
              <a:tr h="603504">
                <a:tc>
                  <a:txBody>
                    <a:bodyPr/>
                    <a:lstStyle/>
                    <a:p>
                      <a:pPr marL="0" indent="0">
                        <a:buNone/>
                      </a:pPr>
                      <a:r>
                        <a:rPr lang="en-US" sz="1400" dirty="0">
                          <a:solidFill>
                            <a:srgbClr val="000000"/>
                          </a:solidFill>
                          <a:latin typeface="Arial" pitchFamily="34" charset="0"/>
                          <a:ea typeface="Arial" pitchFamily="34" charset="-122"/>
                          <a:cs typeface="Arial" pitchFamily="34" charset="-120"/>
                        </a:rPr>
                        <a:t>Security Features</a:t>
                      </a:r>
                      <a:endParaRPr lang="en-US" sz="1400" dirty="0">
                        <a:latin typeface="Arial" charset="0"/>
                        <a:ea typeface="Arial" charset="0"/>
                        <a:cs typeface="Arial" charset="0"/>
                      </a:endParaRPr>
                    </a:p>
                  </a:txBody>
                  <a:tcPr marL="195072" marR="195072" marT="195072" marB="19507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8E8"/>
                    </a:solidFill>
                  </a:tcPr>
                </a:tc>
                <a:tc>
                  <a:txBody>
                    <a:bodyPr/>
                    <a:lstStyle/>
                    <a:p>
                      <a:pPr marL="0" indent="0">
                        <a:buNone/>
                      </a:pPr>
                      <a:r>
                        <a:rPr lang="en-US" sz="1400" dirty="0">
                          <a:solidFill>
                            <a:srgbClr val="000000"/>
                          </a:solidFill>
                          <a:latin typeface="Arial" pitchFamily="34" charset="0"/>
                          <a:ea typeface="Arial" pitchFamily="34" charset="-122"/>
                          <a:cs typeface="Arial" pitchFamily="34" charset="-120"/>
                        </a:rPr>
                        <a:t>More secure against 51% attacks</a:t>
                      </a:r>
                      <a:endParaRPr lang="en-US" sz="1400" dirty="0">
                        <a:latin typeface="Arial" charset="0"/>
                        <a:ea typeface="Arial" charset="0"/>
                        <a:cs typeface="Arial" charset="0"/>
                      </a:endParaRPr>
                    </a:p>
                  </a:txBody>
                  <a:tcPr marL="195072" marR="195072" marT="195072" marB="19507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8E8"/>
                    </a:solidFill>
                  </a:tcPr>
                </a:tc>
                <a:tc>
                  <a:txBody>
                    <a:bodyPr/>
                    <a:lstStyle/>
                    <a:p>
                      <a:pPr marL="0" indent="0">
                        <a:buNone/>
                      </a:pPr>
                      <a:r>
                        <a:rPr lang="en-US" sz="1400" dirty="0">
                          <a:solidFill>
                            <a:srgbClr val="000000"/>
                          </a:solidFill>
                          <a:latin typeface="Arial" pitchFamily="34" charset="0"/>
                          <a:ea typeface="Arial" pitchFamily="34" charset="-122"/>
                          <a:cs typeface="Arial" pitchFamily="34" charset="-120"/>
                        </a:rPr>
                        <a:t>Requires mining power</a:t>
                      </a:r>
                      <a:endParaRPr lang="en-US" sz="1400" dirty="0">
                        <a:latin typeface="Arial" charset="0"/>
                        <a:ea typeface="Arial" charset="0"/>
                        <a:cs typeface="Arial" charset="0"/>
                      </a:endParaRPr>
                    </a:p>
                  </a:txBody>
                  <a:tcPr marL="195072" marR="195072" marT="195072" marB="19507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8E8"/>
                    </a:solidFill>
                  </a:tcPr>
                </a:tc>
                <a:extLst>
                  <a:ext uri="{0D108BD9-81ED-4DB2-BD59-A6C34878D82A}">
                    <a16:rowId xmlns:a16="http://schemas.microsoft.com/office/drawing/2014/main" val="10003"/>
                  </a:ext>
                </a:extLst>
              </a:tr>
              <a:tr h="603504">
                <a:tc>
                  <a:txBody>
                    <a:bodyPr/>
                    <a:lstStyle/>
                    <a:p>
                      <a:pPr marL="0" indent="0">
                        <a:buNone/>
                      </a:pPr>
                      <a:r>
                        <a:rPr lang="en-US" sz="1400" dirty="0">
                          <a:solidFill>
                            <a:srgbClr val="000000"/>
                          </a:solidFill>
                          <a:latin typeface="Arial" pitchFamily="34" charset="0"/>
                          <a:ea typeface="Arial" pitchFamily="34" charset="-122"/>
                          <a:cs typeface="Arial" pitchFamily="34" charset="-120"/>
                        </a:rPr>
                        <a:t>Adoption Rate</a:t>
                      </a:r>
                      <a:endParaRPr lang="en-US" sz="1400" dirty="0">
                        <a:latin typeface="Arial" charset="0"/>
                        <a:ea typeface="Arial" charset="0"/>
                        <a:cs typeface="Arial" charset="0"/>
                      </a:endParaRPr>
                    </a:p>
                  </a:txBody>
                  <a:tcPr marL="195072" marR="195072" marT="195072" marB="19507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CECC"/>
                    </a:solidFill>
                  </a:tcPr>
                </a:tc>
                <a:tc>
                  <a:txBody>
                    <a:bodyPr/>
                    <a:lstStyle/>
                    <a:p>
                      <a:pPr marL="0" indent="0">
                        <a:buNone/>
                      </a:pPr>
                      <a:r>
                        <a:rPr lang="en-US" sz="1400" dirty="0">
                          <a:solidFill>
                            <a:srgbClr val="000000"/>
                          </a:solidFill>
                          <a:latin typeface="Arial" pitchFamily="34" charset="0"/>
                          <a:ea typeface="Arial" pitchFamily="34" charset="-122"/>
                          <a:cs typeface="Arial" pitchFamily="34" charset="-120"/>
                        </a:rPr>
                        <a:t>Increasing</a:t>
                      </a:r>
                      <a:endParaRPr lang="en-US" sz="1400" dirty="0">
                        <a:latin typeface="Arial" charset="0"/>
                        <a:ea typeface="Arial" charset="0"/>
                        <a:cs typeface="Arial" charset="0"/>
                      </a:endParaRPr>
                    </a:p>
                  </a:txBody>
                  <a:tcPr marL="195072" marR="195072" marT="195072" marB="19507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CECC"/>
                    </a:solidFill>
                  </a:tcPr>
                </a:tc>
                <a:tc>
                  <a:txBody>
                    <a:bodyPr/>
                    <a:lstStyle/>
                    <a:p>
                      <a:pPr marL="0" indent="0">
                        <a:buNone/>
                      </a:pPr>
                      <a:r>
                        <a:rPr lang="en-US" sz="1400" dirty="0">
                          <a:solidFill>
                            <a:srgbClr val="000000"/>
                          </a:solidFill>
                          <a:latin typeface="Arial" pitchFamily="34" charset="0"/>
                          <a:ea typeface="Arial" pitchFamily="34" charset="-122"/>
                          <a:cs typeface="Arial" pitchFamily="34" charset="-120"/>
                        </a:rPr>
                        <a:t>Well-established</a:t>
                      </a:r>
                      <a:endParaRPr lang="en-US" sz="1400" dirty="0">
                        <a:latin typeface="Arial" charset="0"/>
                        <a:ea typeface="Arial" charset="0"/>
                        <a:cs typeface="Arial" charset="0"/>
                      </a:endParaRPr>
                    </a:p>
                  </a:txBody>
                  <a:tcPr marL="195072" marR="195072" marT="195072" marB="19507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CECC"/>
                    </a:solidFill>
                  </a:tcPr>
                </a:tc>
                <a:extLst>
                  <a:ext uri="{0D108BD9-81ED-4DB2-BD59-A6C34878D82A}">
                    <a16:rowId xmlns:a16="http://schemas.microsoft.com/office/drawing/2014/main" val="10004"/>
                  </a:ext>
                </a:extLst>
              </a:tr>
              <a:tr h="603504">
                <a:tc>
                  <a:txBody>
                    <a:bodyPr/>
                    <a:lstStyle/>
                    <a:p>
                      <a:pPr marL="0" indent="0">
                        <a:buNone/>
                      </a:pPr>
                      <a:r>
                        <a:rPr lang="en-US" sz="1400" dirty="0">
                          <a:solidFill>
                            <a:srgbClr val="000000"/>
                          </a:solidFill>
                          <a:latin typeface="Arial" pitchFamily="34" charset="0"/>
                          <a:ea typeface="Arial" pitchFamily="34" charset="-122"/>
                          <a:cs typeface="Arial" pitchFamily="34" charset="-120"/>
                        </a:rPr>
                        <a:t>Environmental Impact</a:t>
                      </a:r>
                      <a:endParaRPr lang="en-US" sz="1400" dirty="0">
                        <a:latin typeface="Arial" charset="0"/>
                        <a:ea typeface="Arial" charset="0"/>
                        <a:cs typeface="Arial" charset="0"/>
                      </a:endParaRPr>
                    </a:p>
                  </a:txBody>
                  <a:tcPr marL="195072" marR="195072" marT="195072" marB="19507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8E8"/>
                    </a:solidFill>
                  </a:tcPr>
                </a:tc>
                <a:tc>
                  <a:txBody>
                    <a:bodyPr/>
                    <a:lstStyle/>
                    <a:p>
                      <a:pPr marL="0" indent="0">
                        <a:buNone/>
                      </a:pPr>
                      <a:r>
                        <a:rPr lang="en-US" sz="1400" dirty="0">
                          <a:solidFill>
                            <a:srgbClr val="000000"/>
                          </a:solidFill>
                          <a:latin typeface="Arial" pitchFamily="34" charset="0"/>
                          <a:ea typeface="Arial" pitchFamily="34" charset="-122"/>
                          <a:cs typeface="Arial" pitchFamily="34" charset="-120"/>
                        </a:rPr>
                        <a:t>Minimal</a:t>
                      </a:r>
                      <a:endParaRPr lang="en-US" sz="1400" dirty="0">
                        <a:latin typeface="Arial" charset="0"/>
                        <a:ea typeface="Arial" charset="0"/>
                        <a:cs typeface="Arial" charset="0"/>
                      </a:endParaRPr>
                    </a:p>
                  </a:txBody>
                  <a:tcPr marL="195072" marR="195072" marT="195072" marB="19507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8E8"/>
                    </a:solidFill>
                  </a:tcPr>
                </a:tc>
                <a:tc>
                  <a:txBody>
                    <a:bodyPr/>
                    <a:lstStyle/>
                    <a:p>
                      <a:pPr marL="0" indent="0">
                        <a:buNone/>
                      </a:pPr>
                      <a:r>
                        <a:rPr lang="en-US" sz="1400" dirty="0">
                          <a:solidFill>
                            <a:srgbClr val="000000"/>
                          </a:solidFill>
                          <a:latin typeface="Arial" pitchFamily="34" charset="0"/>
                          <a:ea typeface="Arial" pitchFamily="34" charset="-122"/>
                          <a:cs typeface="Arial" pitchFamily="34" charset="-120"/>
                        </a:rPr>
                        <a:t>Significant</a:t>
                      </a:r>
                      <a:endParaRPr lang="en-US" sz="1400" dirty="0">
                        <a:latin typeface="Arial" charset="0"/>
                        <a:ea typeface="Arial" charset="0"/>
                        <a:cs typeface="Arial" charset="0"/>
                      </a:endParaRPr>
                    </a:p>
                  </a:txBody>
                  <a:tcPr marL="195072" marR="195072" marT="195072" marB="19507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8E8"/>
                    </a:solidFill>
                  </a:tcPr>
                </a:tc>
                <a:extLst>
                  <a:ext uri="{0D108BD9-81ED-4DB2-BD59-A6C34878D82A}">
                    <a16:rowId xmlns:a16="http://schemas.microsoft.com/office/drawing/2014/main" val="10005"/>
                  </a:ext>
                </a:extLst>
              </a:tr>
            </a:tbl>
          </a:graphicData>
        </a:graphic>
      </p:graphicFrame>
      <p:sp>
        <p:nvSpPr>
          <p:cNvPr id="3" name="Text 0"/>
          <p:cNvSpPr/>
          <p:nvPr/>
        </p:nvSpPr>
        <p:spPr>
          <a:xfrm>
            <a:off x="479427" y="605028"/>
            <a:ext cx="10442448" cy="1071880"/>
          </a:xfrm>
          <a:prstGeom prst="rect">
            <a:avLst/>
          </a:prstGeom>
          <a:noFill/>
          <a:ln/>
        </p:spPr>
        <p:txBody>
          <a:bodyPr wrap="square" rtlCol="0" anchor="t" anchorCtr="0"/>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4400">
                <a:solidFill>
                  <a:srgbClr val="4B3621"/>
                </a:solidFill>
                <a:latin typeface="Batang"/>
                <a:ea typeface="Batang"/>
              </a:rPr>
              <a:t>Comparison with PoW</a:t>
            </a:r>
            <a:endParaRPr lang="en-US" sz="4400" dirty="0">
              <a:solidFill>
                <a:srgbClr val="4B3621"/>
              </a:solidFill>
              <a:latin typeface="Batang"/>
              <a:ea typeface="Batang"/>
            </a:endParaRPr>
          </a:p>
        </p:txBody>
      </p:sp>
      <p:sp>
        <p:nvSpPr>
          <p:cNvPr id="4" name="Shape 1"/>
          <p:cNvSpPr/>
          <p:nvPr/>
        </p:nvSpPr>
        <p:spPr>
          <a:xfrm>
            <a:off x="1219200" y="1219200"/>
            <a:ext cx="1219200" cy="1219200"/>
          </a:xfrm>
          <a:prstGeom prst="line">
            <a:avLst/>
          </a:prstGeom>
          <a:noFill/>
          <a:ln/>
        </p:spPr>
        <p:txBody>
          <a:bodyPr/>
          <a:lstStyle/>
          <a:p>
            <a:endParaRPr lang="en-GB"/>
          </a:p>
        </p:txBody>
      </p:sp>
      <p:sp>
        <p:nvSpPr>
          <p:cNvPr id="5" name="Text 2"/>
          <p:cNvSpPr/>
          <p:nvPr/>
        </p:nvSpPr>
        <p:spPr>
          <a:xfrm>
            <a:off x="590312" y="1778000"/>
            <a:ext cx="9851773" cy="665268"/>
          </a:xfrm>
          <a:prstGeom prst="rect">
            <a:avLst/>
          </a:prstGeom>
          <a:noFill/>
          <a:ln/>
        </p:spPr>
        <p:txBody>
          <a:bodyPr wrap="square"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GB" sz="1600">
                <a:solidFill>
                  <a:srgbClr val="595959"/>
                </a:solidFill>
                <a:latin typeface="Arial"/>
                <a:cs typeface="Arial"/>
              </a:rPr>
              <a:t>This table summarizes key metrics comparing PoS to PoW, highlighting differences in energy use, costs, and environmental impacts.</a:t>
            </a:r>
            <a:endParaRPr lang="en-US" sz="1600" dirty="0">
              <a:solidFill>
                <a:srgbClr val="595959"/>
              </a:solidFill>
              <a:latin typeface="Arial"/>
              <a:cs typeface="Arial"/>
            </a:endParaRPr>
          </a:p>
        </p:txBody>
      </p:sp>
    </p:spTree>
    <p:extLst>
      <p:ext uri="{BB962C8B-B14F-4D97-AF65-F5344CB8AC3E}">
        <p14:creationId xmlns:p14="http://schemas.microsoft.com/office/powerpoint/2010/main" val="34601296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D44A076C-5FE9-CF4E-AD8B-5EBC0C80DB32}"/>
              </a:ext>
            </a:extLst>
          </p:cNvPr>
          <p:cNvPicPr>
            <a:picLocks noGrp="1" noChangeAspect="1"/>
          </p:cNvPicPr>
          <p:nvPr>
            <p:ph type="pic" sz="quarter" idx="13"/>
          </p:nvPr>
        </p:nvPicPr>
        <p:blipFill>
          <a:blip r:embed="rId2"/>
          <a:srcRect l="35050" r="12061" b="-1"/>
          <a:stretch>
            <a:fillRect/>
          </a:stretch>
        </p:blipFill>
        <p:spPr>
          <a:xfrm>
            <a:off x="587377" y="10"/>
            <a:ext cx="4603748" cy="5810237"/>
          </a:xfrm>
          <a:noFill/>
        </p:spPr>
      </p:pic>
      <p:sp>
        <p:nvSpPr>
          <p:cNvPr id="3" name="Title 2">
            <a:extLst>
              <a:ext uri="{FF2B5EF4-FFF2-40B4-BE49-F238E27FC236}">
                <a16:creationId xmlns:a16="http://schemas.microsoft.com/office/drawing/2014/main" id="{0CD262C0-2C3F-8A22-D66F-28E030DE5A47}"/>
              </a:ext>
            </a:extLst>
          </p:cNvPr>
          <p:cNvSpPr>
            <a:spLocks noGrp="1"/>
          </p:cNvSpPr>
          <p:nvPr>
            <p:ph type="title"/>
          </p:nvPr>
        </p:nvSpPr>
        <p:spPr>
          <a:xfrm>
            <a:off x="6095999" y="584200"/>
            <a:ext cx="5508623" cy="1814807"/>
          </a:xfrm>
        </p:spPr>
        <p:txBody>
          <a:bodyPr anchor="b">
            <a:normAutofit/>
          </a:bodyPr>
          <a:lstStyle/>
          <a:p>
            <a:r>
              <a:rPr lang="en-GB"/>
              <a:t>Challenges &amp; Future</a:t>
            </a:r>
          </a:p>
        </p:txBody>
      </p:sp>
      <p:sp>
        <p:nvSpPr>
          <p:cNvPr id="4" name="Text Placeholder 3">
            <a:extLst>
              <a:ext uri="{FF2B5EF4-FFF2-40B4-BE49-F238E27FC236}">
                <a16:creationId xmlns:a16="http://schemas.microsoft.com/office/drawing/2014/main" id="{1ECD699B-3A55-5896-BF0A-C9A5E278F201}"/>
              </a:ext>
            </a:extLst>
          </p:cNvPr>
          <p:cNvSpPr>
            <a:spLocks noGrp="1"/>
          </p:cNvSpPr>
          <p:nvPr>
            <p:ph type="body" sz="quarter" idx="15"/>
          </p:nvPr>
        </p:nvSpPr>
        <p:spPr>
          <a:xfrm>
            <a:off x="6095999" y="3273874"/>
            <a:ext cx="5508622" cy="2536374"/>
          </a:xfrm>
        </p:spPr>
        <p:txBody>
          <a:bodyPr>
            <a:normAutofit/>
          </a:bodyPr>
          <a:lstStyle/>
          <a:p>
            <a:pPr>
              <a:spcAft>
                <a:spcPts val="600"/>
              </a:spcAft>
            </a:pPr>
            <a:r>
              <a:rPr lang="en-GB"/>
              <a:t>This section covers the challenges faced by PoS such as potential vulnerabilities and scalability issues. It also discusses future developments and sustainability efforts.</a:t>
            </a:r>
          </a:p>
        </p:txBody>
      </p:sp>
      <p:sp>
        <p:nvSpPr>
          <p:cNvPr id="10" name="Text Placeholder 4">
            <a:extLst>
              <a:ext uri="{FF2B5EF4-FFF2-40B4-BE49-F238E27FC236}">
                <a16:creationId xmlns:a16="http://schemas.microsoft.com/office/drawing/2014/main" id="{61978BFB-59BB-0B81-58C6-71BEB93824C6}"/>
              </a:ext>
            </a:extLst>
          </p:cNvPr>
          <p:cNvSpPr>
            <a:spLocks noGrp="1"/>
          </p:cNvSpPr>
          <p:nvPr>
            <p:ph type="body" sz="quarter" idx="16"/>
          </p:nvPr>
        </p:nvSpPr>
        <p:spPr>
          <a:xfrm>
            <a:off x="6095999" y="2880296"/>
            <a:ext cx="5508622" cy="360000"/>
          </a:xfrm>
        </p:spPr>
        <p:txBody>
          <a:bodyPr/>
          <a:lstStyle/>
          <a:p>
            <a:endParaRPr lang="en-US"/>
          </a:p>
        </p:txBody>
      </p:sp>
    </p:spTree>
    <p:extLst>
      <p:ext uri="{BB962C8B-B14F-4D97-AF65-F5344CB8AC3E}">
        <p14:creationId xmlns:p14="http://schemas.microsoft.com/office/powerpoint/2010/main" val="18039822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Umber">
  <a:themeElements>
    <a:clrScheme name="Custom 167">
      <a:dk1>
        <a:srgbClr val="F4EDE6"/>
      </a:dk1>
      <a:lt1>
        <a:srgbClr val="8B6A4F"/>
      </a:lt1>
      <a:dk2>
        <a:srgbClr val="4B3621"/>
      </a:dk2>
      <a:lt2>
        <a:srgbClr val="F4EDE6"/>
      </a:lt2>
      <a:accent1>
        <a:srgbClr val="4B3621"/>
      </a:accent1>
      <a:accent2>
        <a:srgbClr val="8B6A4F"/>
      </a:accent2>
      <a:accent3>
        <a:srgbClr val="D7B49E"/>
      </a:accent3>
      <a:accent4>
        <a:srgbClr val="F4EDE6"/>
      </a:accent4>
      <a:accent5>
        <a:srgbClr val="C78A5C"/>
      </a:accent5>
      <a:accent6>
        <a:srgbClr val="2D1F14"/>
      </a:accent6>
      <a:hlink>
        <a:srgbClr val="0563C1"/>
      </a:hlink>
      <a:folHlink>
        <a:srgbClr val="954F72"/>
      </a:folHlink>
    </a:clrScheme>
    <a:fontScheme name="Custom 125">
      <a:majorFont>
        <a:latin typeface="Batang"/>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EA7FB63-0917-4F15-8500-6D7703C39A01}">
  <we:reference id="wa200005566" version="3.0.0.3" store="en-US" storeType="OMEX"/>
  <we:alternateReferences>
    <we:reference id="wa200005566" version="3.0.0.3" store="wa200005566" storeType="OMEX"/>
  </we:alternateReferences>
  <we:properties>
    <we:property name="theme" value="{&quot;name&quot;:&quot;Umber&quot;,&quot;colorPalette&quot;:[&quot;2D3436&quot;,&quot;DFE6E9&quot;,&quot;4B3621&quot;,&quot;8B6A4F&quot;,&quot;D7B49E&quot;,&quot;F4EDE6&quot;,&quot;C78A5C&quot;,&quot;2D1F14&quot;,&quot;0563C1&quot;,&quot;954F72&quot;],&quot;isDefault&quot;:true,&quot;color&quot;:&quot;#4B3621&quot;,&quot;previewImages&quot;:[&quot;https://cpp.appsdowonders.com/assets/SlideTitle-umber.png&quot;,&quot;https://cpp.appsdowonders.com/assets/SlideTextbox1V1-umber.png&quot;,&quot;https://cpp.appsdowonders.com/assets/SlideTextbox3V1-umber.png&quot;,&quot;https://cpp.appsdowonders.com/assets/SlideTable-umber.png&quot;,&quot;https://cpp.appsdowonders.com/assets/SlideTimeline-umber.png&quot;,&quot;https://cpp.appsdowonders.com/assets/SlideQuestion-umber.png&quot;],&quot;previewAnimation&quot;:&quot;https://cpp.appsdowonders.com/assets/umber-preview.gif&quot;,&quot;index&quot;:0}"/>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3183</TotalTime>
  <Words>1245</Words>
  <Application>Microsoft Office PowerPoint</Application>
  <PresentationFormat>Widescreen</PresentationFormat>
  <Paragraphs>90</Paragraphs>
  <Slides>17</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17</vt:i4>
      </vt:variant>
    </vt:vector>
  </HeadingPairs>
  <TitlesOfParts>
    <vt:vector size="25" baseType="lpstr">
      <vt:lpstr>Batang</vt:lpstr>
      <vt:lpstr>Aptos</vt:lpstr>
      <vt:lpstr>Aptos Display</vt:lpstr>
      <vt:lpstr>Arial</vt:lpstr>
      <vt:lpstr>Arial Bold</vt:lpstr>
      <vt:lpstr>Times New Roman</vt:lpstr>
      <vt:lpstr>Office Theme</vt:lpstr>
      <vt:lpstr>Umber</vt:lpstr>
      <vt:lpstr>POW </vt:lpstr>
      <vt:lpstr>What is POW</vt:lpstr>
      <vt:lpstr>How Proof of Work Works </vt:lpstr>
      <vt:lpstr>Cryptographic Puzzle:</vt:lpstr>
      <vt:lpstr>Hashing and Trial-and-Error:</vt:lpstr>
      <vt:lpstr>Verification:</vt:lpstr>
      <vt:lpstr>Reward:</vt:lpstr>
      <vt:lpstr>Key Components of PoW </vt:lpstr>
      <vt:lpstr>Why is PoW Important? </vt:lpstr>
      <vt:lpstr>PowerPoint Presentation</vt:lpstr>
      <vt:lpstr>Proof of Stake Algorithm</vt:lpstr>
      <vt:lpstr>Agenda</vt:lpstr>
      <vt:lpstr>Introduction to PoS</vt:lpstr>
      <vt:lpstr>Working Mechanism</vt:lpstr>
      <vt:lpstr>Advantages of PoS</vt:lpstr>
      <vt:lpstr>PowerPoint Presentation</vt:lpstr>
      <vt:lpstr>Challenges &amp; Future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Arshad Khan</dc:creator>
  <cp:lastModifiedBy>Arshad Khan</cp:lastModifiedBy>
  <cp:revision>1</cp:revision>
  <dcterms:created xsi:type="dcterms:W3CDTF">2025-08-15T19:41:57Z</dcterms:created>
  <dcterms:modified xsi:type="dcterms:W3CDTF">2025-08-19T00:50:46Z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96ed6d7-747c-41fd-b042-ff14484edc24_Enabled">
    <vt:lpwstr>true</vt:lpwstr>
  </property>
  <property fmtid="{D5CDD505-2E9C-101B-9397-08002B2CF9AE}" pid="3" name="MSIP_Label_c96ed6d7-747c-41fd-b042-ff14484edc24_SetDate">
    <vt:lpwstr>2025-08-15T19:58:42Z</vt:lpwstr>
  </property>
  <property fmtid="{D5CDD505-2E9C-101B-9397-08002B2CF9AE}" pid="4" name="MSIP_Label_c96ed6d7-747c-41fd-b042-ff14484edc24_Method">
    <vt:lpwstr>Standard</vt:lpwstr>
  </property>
  <property fmtid="{D5CDD505-2E9C-101B-9397-08002B2CF9AE}" pid="5" name="MSIP_Label_c96ed6d7-747c-41fd-b042-ff14484edc24_Name">
    <vt:lpwstr>defa4170-0d19-0005-0004-bc88714345d2</vt:lpwstr>
  </property>
  <property fmtid="{D5CDD505-2E9C-101B-9397-08002B2CF9AE}" pid="6" name="MSIP_Label_c96ed6d7-747c-41fd-b042-ff14484edc24_SiteId">
    <vt:lpwstr>6a425d0d-58f2-4e36-8689-10002b2ec567</vt:lpwstr>
  </property>
  <property fmtid="{D5CDD505-2E9C-101B-9397-08002B2CF9AE}" pid="7" name="MSIP_Label_c96ed6d7-747c-41fd-b042-ff14484edc24_ActionId">
    <vt:lpwstr>2e53297c-26b0-4593-8bd4-8cf48af9f3ac</vt:lpwstr>
  </property>
  <property fmtid="{D5CDD505-2E9C-101B-9397-08002B2CF9AE}" pid="8" name="MSIP_Label_c96ed6d7-747c-41fd-b042-ff14484edc24_ContentBits">
    <vt:lpwstr>0</vt:lpwstr>
  </property>
  <property fmtid="{D5CDD505-2E9C-101B-9397-08002B2CF9AE}" pid="9" name="MSIP_Label_c96ed6d7-747c-41fd-b042-ff14484edc24_Tag">
    <vt:lpwstr>10, 3, 0, 1</vt:lpwstr>
  </property>
</Properties>
</file>